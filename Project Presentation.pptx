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38380" y="0"/>
            <a:ext cx="5849620" cy="4553331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89910" y="7909420"/>
            <a:ext cx="1469136" cy="1421244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99485" y="574801"/>
            <a:ext cx="9537065" cy="813816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5295010" y="1435861"/>
            <a:ext cx="0" cy="5538470"/>
          </a:xfrm>
          <a:custGeom>
            <a:avLst/>
            <a:gdLst/>
            <a:ahLst/>
            <a:cxnLst/>
            <a:rect l="l" t="t" r="r" b="b"/>
            <a:pathLst>
              <a:path w="0" h="5538470">
                <a:moveTo>
                  <a:pt x="0" y="0"/>
                </a:moveTo>
                <a:lnTo>
                  <a:pt x="0" y="5538089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1" name="bg 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64563" y="1435861"/>
            <a:ext cx="1390777" cy="1390777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750177" y="1672970"/>
            <a:ext cx="1403603" cy="140360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2196" y="3750716"/>
            <a:ext cx="4359910" cy="2159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image" Target="../media/image23.png"/><Relationship Id="rId12" Type="http://schemas.openxmlformats.org/officeDocument/2006/relationships/image" Target="../media/image24.png"/><Relationship Id="rId13" Type="http://schemas.openxmlformats.org/officeDocument/2006/relationships/image" Target="../media/image25.png"/><Relationship Id="rId14" Type="http://schemas.openxmlformats.org/officeDocument/2006/relationships/image" Target="../media/image26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Relationship Id="rId11" Type="http://schemas.openxmlformats.org/officeDocument/2006/relationships/image" Target="../media/image35.png"/><Relationship Id="rId12" Type="http://schemas.openxmlformats.org/officeDocument/2006/relationships/image" Target="../media/image36.png"/><Relationship Id="rId13" Type="http://schemas.openxmlformats.org/officeDocument/2006/relationships/image" Target="../media/image37.png"/><Relationship Id="rId14" Type="http://schemas.openxmlformats.org/officeDocument/2006/relationships/image" Target="../media/image38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39.jp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3.jpg"/><Relationship Id="rId3" Type="http://schemas.openxmlformats.org/officeDocument/2006/relationships/image" Target="../media/image44.png"/><Relationship Id="rId4" Type="http://schemas.openxmlformats.org/officeDocument/2006/relationships/image" Target="../media/image29.png"/><Relationship Id="rId5" Type="http://schemas.openxmlformats.org/officeDocument/2006/relationships/image" Target="../media/image45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3.png"/><Relationship Id="rId6" Type="http://schemas.openxmlformats.org/officeDocument/2006/relationships/image" Target="../media/image29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Relationship Id="rId9" Type="http://schemas.openxmlformats.org/officeDocument/2006/relationships/image" Target="../media/image50.png"/><Relationship Id="rId10" Type="http://schemas.openxmlformats.org/officeDocument/2006/relationships/image" Target="../media/image51.png"/><Relationship Id="rId11" Type="http://schemas.openxmlformats.org/officeDocument/2006/relationships/image" Target="../media/image52.png"/><Relationship Id="rId12" Type="http://schemas.openxmlformats.org/officeDocument/2006/relationships/image" Target="../media/image53.png"/><Relationship Id="rId13" Type="http://schemas.openxmlformats.org/officeDocument/2006/relationships/image" Target="../media/image54.png"/><Relationship Id="rId14" Type="http://schemas.openxmlformats.org/officeDocument/2006/relationships/image" Target="../media/image55.png"/><Relationship Id="rId15" Type="http://schemas.openxmlformats.org/officeDocument/2006/relationships/image" Target="../media/image56.png"/><Relationship Id="rId16" Type="http://schemas.openxmlformats.org/officeDocument/2006/relationships/image" Target="../media/image57.png"/><Relationship Id="rId17" Type="http://schemas.openxmlformats.org/officeDocument/2006/relationships/image" Target="../media/image58.png"/><Relationship Id="rId18" Type="http://schemas.openxmlformats.org/officeDocument/2006/relationships/image" Target="../media/image59.png"/><Relationship Id="rId19" Type="http://schemas.openxmlformats.org/officeDocument/2006/relationships/image" Target="../media/image60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Relationship Id="rId4" Type="http://schemas.openxmlformats.org/officeDocument/2006/relationships/image" Target="../media/image29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Relationship Id="rId8" Type="http://schemas.openxmlformats.org/officeDocument/2006/relationships/image" Target="../media/image66.png"/><Relationship Id="rId9" Type="http://schemas.openxmlformats.org/officeDocument/2006/relationships/image" Target="../media/image67.png"/><Relationship Id="rId10" Type="http://schemas.openxmlformats.org/officeDocument/2006/relationships/image" Target="../media/image68.png"/><Relationship Id="rId11" Type="http://schemas.openxmlformats.org/officeDocument/2006/relationships/image" Target="../media/image69.png"/><Relationship Id="rId12" Type="http://schemas.openxmlformats.org/officeDocument/2006/relationships/image" Target="../media/image70.png"/><Relationship Id="rId13" Type="http://schemas.openxmlformats.org/officeDocument/2006/relationships/image" Target="../media/image71.png"/><Relationship Id="rId14" Type="http://schemas.openxmlformats.org/officeDocument/2006/relationships/image" Target="../media/image72.png"/><Relationship Id="rId15" Type="http://schemas.openxmlformats.org/officeDocument/2006/relationships/image" Target="../media/image73.png"/><Relationship Id="rId16" Type="http://schemas.openxmlformats.org/officeDocument/2006/relationships/image" Target="../media/image74.png"/><Relationship Id="rId17" Type="http://schemas.openxmlformats.org/officeDocument/2006/relationships/image" Target="../media/image75.png"/><Relationship Id="rId18" Type="http://schemas.openxmlformats.org/officeDocument/2006/relationships/image" Target="../media/image76.png"/><Relationship Id="rId19" Type="http://schemas.openxmlformats.org/officeDocument/2006/relationships/image" Target="../media/image77.png"/><Relationship Id="rId20" Type="http://schemas.openxmlformats.org/officeDocument/2006/relationships/image" Target="../media/image78.png"/><Relationship Id="rId21" Type="http://schemas.openxmlformats.org/officeDocument/2006/relationships/image" Target="../media/image79.png"/><Relationship Id="rId22" Type="http://schemas.openxmlformats.org/officeDocument/2006/relationships/image" Target="../media/image80.png"/><Relationship Id="rId23" Type="http://schemas.openxmlformats.org/officeDocument/2006/relationships/image" Target="../media/image81.png"/><Relationship Id="rId24" Type="http://schemas.openxmlformats.org/officeDocument/2006/relationships/image" Target="../media/image82.png"/><Relationship Id="rId25" Type="http://schemas.openxmlformats.org/officeDocument/2006/relationships/image" Target="../media/image83.png"/><Relationship Id="rId26" Type="http://schemas.openxmlformats.org/officeDocument/2006/relationships/image" Target="../media/image84.png"/><Relationship Id="rId27" Type="http://schemas.openxmlformats.org/officeDocument/2006/relationships/image" Target="../media/image85.png"/><Relationship Id="rId28" Type="http://schemas.openxmlformats.org/officeDocument/2006/relationships/image" Target="../media/image86.png"/><Relationship Id="rId29" Type="http://schemas.openxmlformats.org/officeDocument/2006/relationships/image" Target="../media/image87.png"/><Relationship Id="rId30" Type="http://schemas.openxmlformats.org/officeDocument/2006/relationships/image" Target="../media/image88.png"/><Relationship Id="rId31" Type="http://schemas.openxmlformats.org/officeDocument/2006/relationships/image" Target="../media/image89.png"/><Relationship Id="rId32" Type="http://schemas.openxmlformats.org/officeDocument/2006/relationships/image" Target="../media/image90.png"/><Relationship Id="rId33" Type="http://schemas.openxmlformats.org/officeDocument/2006/relationships/image" Target="../media/image91.png"/><Relationship Id="rId34" Type="http://schemas.openxmlformats.org/officeDocument/2006/relationships/image" Target="../media/image92.png"/><Relationship Id="rId35" Type="http://schemas.openxmlformats.org/officeDocument/2006/relationships/image" Target="../media/image93.png"/><Relationship Id="rId36" Type="http://schemas.openxmlformats.org/officeDocument/2006/relationships/image" Target="../media/image94.png"/><Relationship Id="rId37" Type="http://schemas.openxmlformats.org/officeDocument/2006/relationships/image" Target="../media/image95.png"/><Relationship Id="rId38" Type="http://schemas.openxmlformats.org/officeDocument/2006/relationships/image" Target="../media/image96.png"/><Relationship Id="rId39" Type="http://schemas.openxmlformats.org/officeDocument/2006/relationships/image" Target="../media/image97.png"/><Relationship Id="rId40" Type="http://schemas.openxmlformats.org/officeDocument/2006/relationships/image" Target="../media/image98.png"/><Relationship Id="rId41" Type="http://schemas.openxmlformats.org/officeDocument/2006/relationships/image" Target="../media/image99.png"/><Relationship Id="rId42" Type="http://schemas.openxmlformats.org/officeDocument/2006/relationships/image" Target="../media/image3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0.png"/><Relationship Id="rId3" Type="http://schemas.openxmlformats.org/officeDocument/2006/relationships/image" Target="../media/image101.png"/><Relationship Id="rId4" Type="http://schemas.openxmlformats.org/officeDocument/2006/relationships/image" Target="../media/image29.png"/><Relationship Id="rId5" Type="http://schemas.openxmlformats.org/officeDocument/2006/relationships/image" Target="../media/image102.png"/><Relationship Id="rId6" Type="http://schemas.openxmlformats.org/officeDocument/2006/relationships/image" Target="../media/image103.png"/><Relationship Id="rId7" Type="http://schemas.openxmlformats.org/officeDocument/2006/relationships/image" Target="../media/image104.png"/><Relationship Id="rId8" Type="http://schemas.openxmlformats.org/officeDocument/2006/relationships/image" Target="../media/image105.png"/><Relationship Id="rId9" Type="http://schemas.openxmlformats.org/officeDocument/2006/relationships/image" Target="../media/image106.png"/><Relationship Id="rId10" Type="http://schemas.openxmlformats.org/officeDocument/2006/relationships/image" Target="../media/image107.png"/><Relationship Id="rId11" Type="http://schemas.openxmlformats.org/officeDocument/2006/relationships/image" Target="../media/image108.png"/><Relationship Id="rId12" Type="http://schemas.openxmlformats.org/officeDocument/2006/relationships/image" Target="../media/image109.png"/><Relationship Id="rId13" Type="http://schemas.openxmlformats.org/officeDocument/2006/relationships/image" Target="../media/image110.png"/><Relationship Id="rId14" Type="http://schemas.openxmlformats.org/officeDocument/2006/relationships/image" Target="../media/image111.png"/><Relationship Id="rId15" Type="http://schemas.openxmlformats.org/officeDocument/2006/relationships/image" Target="../media/image112.png"/><Relationship Id="rId16" Type="http://schemas.openxmlformats.org/officeDocument/2006/relationships/image" Target="../media/image113.png"/><Relationship Id="rId17" Type="http://schemas.openxmlformats.org/officeDocument/2006/relationships/image" Target="../media/image114.png"/><Relationship Id="rId18" Type="http://schemas.openxmlformats.org/officeDocument/2006/relationships/image" Target="../media/image115.png"/><Relationship Id="rId19" Type="http://schemas.openxmlformats.org/officeDocument/2006/relationships/image" Target="../media/image116.png"/><Relationship Id="rId20" Type="http://schemas.openxmlformats.org/officeDocument/2006/relationships/image" Target="../media/image117.png"/><Relationship Id="rId21" Type="http://schemas.openxmlformats.org/officeDocument/2006/relationships/image" Target="../media/image118.png"/><Relationship Id="rId22" Type="http://schemas.openxmlformats.org/officeDocument/2006/relationships/image" Target="../media/image119.png"/><Relationship Id="rId23" Type="http://schemas.openxmlformats.org/officeDocument/2006/relationships/image" Target="../media/image120.png"/><Relationship Id="rId24" Type="http://schemas.openxmlformats.org/officeDocument/2006/relationships/image" Target="../media/image121.png"/><Relationship Id="rId25" Type="http://schemas.openxmlformats.org/officeDocument/2006/relationships/image" Target="../media/image122.png"/><Relationship Id="rId26" Type="http://schemas.openxmlformats.org/officeDocument/2006/relationships/image" Target="../media/image123.png"/><Relationship Id="rId27" Type="http://schemas.openxmlformats.org/officeDocument/2006/relationships/image" Target="../media/image124.png"/><Relationship Id="rId28" Type="http://schemas.openxmlformats.org/officeDocument/2006/relationships/image" Target="../media/image125.png"/><Relationship Id="rId29" Type="http://schemas.openxmlformats.org/officeDocument/2006/relationships/image" Target="../media/image126.png"/><Relationship Id="rId30" Type="http://schemas.openxmlformats.org/officeDocument/2006/relationships/image" Target="../media/image127.png"/><Relationship Id="rId31" Type="http://schemas.openxmlformats.org/officeDocument/2006/relationships/image" Target="../media/image128.png"/><Relationship Id="rId32" Type="http://schemas.openxmlformats.org/officeDocument/2006/relationships/image" Target="../media/image129.png"/><Relationship Id="rId33" Type="http://schemas.openxmlformats.org/officeDocument/2006/relationships/image" Target="../media/image130.png"/><Relationship Id="rId34" Type="http://schemas.openxmlformats.org/officeDocument/2006/relationships/image" Target="../media/image131.png"/><Relationship Id="rId35" Type="http://schemas.openxmlformats.org/officeDocument/2006/relationships/image" Target="../media/image132.png"/><Relationship Id="rId36" Type="http://schemas.openxmlformats.org/officeDocument/2006/relationships/image" Target="../media/image133.png"/><Relationship Id="rId37" Type="http://schemas.openxmlformats.org/officeDocument/2006/relationships/image" Target="../media/image134.png"/><Relationship Id="rId38" Type="http://schemas.openxmlformats.org/officeDocument/2006/relationships/image" Target="../media/image135.png"/><Relationship Id="rId39" Type="http://schemas.openxmlformats.org/officeDocument/2006/relationships/image" Target="../media/image136.png"/><Relationship Id="rId40" Type="http://schemas.openxmlformats.org/officeDocument/2006/relationships/image" Target="../media/image137.png"/><Relationship Id="rId41" Type="http://schemas.openxmlformats.org/officeDocument/2006/relationships/image" Target="../media/image138.png"/><Relationship Id="rId42" Type="http://schemas.openxmlformats.org/officeDocument/2006/relationships/image" Target="../media/image139.png"/><Relationship Id="rId43" Type="http://schemas.openxmlformats.org/officeDocument/2006/relationships/image" Target="../media/image140.png"/><Relationship Id="rId44" Type="http://schemas.openxmlformats.org/officeDocument/2006/relationships/image" Target="../media/image141.png"/><Relationship Id="rId45" Type="http://schemas.openxmlformats.org/officeDocument/2006/relationships/image" Target="../media/image142.png"/><Relationship Id="rId46" Type="http://schemas.openxmlformats.org/officeDocument/2006/relationships/image" Target="../media/image143.png"/><Relationship Id="rId47" Type="http://schemas.openxmlformats.org/officeDocument/2006/relationships/image" Target="../media/image144.png"/><Relationship Id="rId48" Type="http://schemas.openxmlformats.org/officeDocument/2006/relationships/image" Target="../media/image3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29.png"/><Relationship Id="rId4" Type="http://schemas.openxmlformats.org/officeDocument/2006/relationships/image" Target="../media/image145.jpg"/><Relationship Id="rId5" Type="http://schemas.openxmlformats.org/officeDocument/2006/relationships/image" Target="../media/image146.png"/><Relationship Id="rId6" Type="http://schemas.openxmlformats.org/officeDocument/2006/relationships/image" Target="../media/image147.png"/><Relationship Id="rId7" Type="http://schemas.openxmlformats.org/officeDocument/2006/relationships/image" Target="../media/image148.png"/><Relationship Id="rId8" Type="http://schemas.openxmlformats.org/officeDocument/2006/relationships/image" Target="../media/image149.png"/><Relationship Id="rId9" Type="http://schemas.openxmlformats.org/officeDocument/2006/relationships/image" Target="../media/image150.png"/><Relationship Id="rId10" Type="http://schemas.openxmlformats.org/officeDocument/2006/relationships/image" Target="../media/image151.png"/><Relationship Id="rId11" Type="http://schemas.openxmlformats.org/officeDocument/2006/relationships/image" Target="../media/image152.png"/><Relationship Id="rId12" Type="http://schemas.openxmlformats.org/officeDocument/2006/relationships/image" Target="../media/image153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9.png"/><Relationship Id="rId5" Type="http://schemas.openxmlformats.org/officeDocument/2006/relationships/image" Target="../media/image154.png"/><Relationship Id="rId6" Type="http://schemas.openxmlformats.org/officeDocument/2006/relationships/image" Target="../media/image155.png"/><Relationship Id="rId7" Type="http://schemas.openxmlformats.org/officeDocument/2006/relationships/image" Target="../media/image156.png"/><Relationship Id="rId8" Type="http://schemas.openxmlformats.org/officeDocument/2006/relationships/image" Target="../media/image157.png"/><Relationship Id="rId9" Type="http://schemas.openxmlformats.org/officeDocument/2006/relationships/image" Target="../media/image158.png"/><Relationship Id="rId10" Type="http://schemas.openxmlformats.org/officeDocument/2006/relationships/image" Target="../media/image159.png"/><Relationship Id="rId11" Type="http://schemas.openxmlformats.org/officeDocument/2006/relationships/image" Target="../media/image160.png"/><Relationship Id="rId12" Type="http://schemas.openxmlformats.org/officeDocument/2006/relationships/image" Target="../media/image161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2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29.png"/><Relationship Id="rId6" Type="http://schemas.openxmlformats.org/officeDocument/2006/relationships/image" Target="../media/image163.png"/><Relationship Id="rId7" Type="http://schemas.openxmlformats.org/officeDocument/2006/relationships/image" Target="../media/image164.png"/><Relationship Id="rId8" Type="http://schemas.openxmlformats.org/officeDocument/2006/relationships/image" Target="../media/image165.png"/><Relationship Id="rId9" Type="http://schemas.openxmlformats.org/officeDocument/2006/relationships/image" Target="../media/image79.png"/><Relationship Id="rId10" Type="http://schemas.openxmlformats.org/officeDocument/2006/relationships/image" Target="../media/image166.png"/><Relationship Id="rId11" Type="http://schemas.openxmlformats.org/officeDocument/2006/relationships/image" Target="../media/image167.png"/><Relationship Id="rId12" Type="http://schemas.openxmlformats.org/officeDocument/2006/relationships/image" Target="../media/image168.png"/><Relationship Id="rId13" Type="http://schemas.openxmlformats.org/officeDocument/2006/relationships/image" Target="../media/image169.png"/><Relationship Id="rId14" Type="http://schemas.openxmlformats.org/officeDocument/2006/relationships/image" Target="../media/image170.png"/><Relationship Id="rId15" Type="http://schemas.openxmlformats.org/officeDocument/2006/relationships/image" Target="../media/image171.png"/><Relationship Id="rId16" Type="http://schemas.openxmlformats.org/officeDocument/2006/relationships/image" Target="../media/image172.png"/><Relationship Id="rId17" Type="http://schemas.openxmlformats.org/officeDocument/2006/relationships/image" Target="../media/image173.png"/><Relationship Id="rId18" Type="http://schemas.openxmlformats.org/officeDocument/2006/relationships/image" Target="../media/image174.png"/><Relationship Id="rId19" Type="http://schemas.openxmlformats.org/officeDocument/2006/relationships/image" Target="../media/image175.png"/><Relationship Id="rId20" Type="http://schemas.openxmlformats.org/officeDocument/2006/relationships/image" Target="../media/image176.png"/><Relationship Id="rId21" Type="http://schemas.openxmlformats.org/officeDocument/2006/relationships/image" Target="../media/image177.png"/><Relationship Id="rId22" Type="http://schemas.openxmlformats.org/officeDocument/2006/relationships/image" Target="../media/image178.png"/><Relationship Id="rId23" Type="http://schemas.openxmlformats.org/officeDocument/2006/relationships/image" Target="../media/image179.png"/><Relationship Id="rId24" Type="http://schemas.openxmlformats.org/officeDocument/2006/relationships/image" Target="../media/image180.png"/><Relationship Id="rId25" Type="http://schemas.openxmlformats.org/officeDocument/2006/relationships/image" Target="../media/image181.png"/><Relationship Id="rId26" Type="http://schemas.openxmlformats.org/officeDocument/2006/relationships/image" Target="../media/image182.png"/><Relationship Id="rId27" Type="http://schemas.openxmlformats.org/officeDocument/2006/relationships/image" Target="../media/image183.png"/><Relationship Id="rId28" Type="http://schemas.openxmlformats.org/officeDocument/2006/relationships/image" Target="../media/image184.png"/><Relationship Id="rId29" Type="http://schemas.openxmlformats.org/officeDocument/2006/relationships/image" Target="../media/image185.png"/><Relationship Id="rId30" Type="http://schemas.openxmlformats.org/officeDocument/2006/relationships/image" Target="../media/image186.png"/><Relationship Id="rId31" Type="http://schemas.openxmlformats.org/officeDocument/2006/relationships/image" Target="../media/image187.png"/><Relationship Id="rId32" Type="http://schemas.openxmlformats.org/officeDocument/2006/relationships/image" Target="../media/image188.png"/><Relationship Id="rId33" Type="http://schemas.openxmlformats.org/officeDocument/2006/relationships/image" Target="../media/image189.png"/><Relationship Id="rId34" Type="http://schemas.openxmlformats.org/officeDocument/2006/relationships/image" Target="../media/image190.png"/><Relationship Id="rId35" Type="http://schemas.openxmlformats.org/officeDocument/2006/relationships/image" Target="../media/image191.png"/><Relationship Id="rId36" Type="http://schemas.openxmlformats.org/officeDocument/2006/relationships/image" Target="../media/image192.png"/><Relationship Id="rId37" Type="http://schemas.openxmlformats.org/officeDocument/2006/relationships/image" Target="../media/image193.png"/><Relationship Id="rId38" Type="http://schemas.openxmlformats.org/officeDocument/2006/relationships/image" Target="../media/image194.png"/><Relationship Id="rId39" Type="http://schemas.openxmlformats.org/officeDocument/2006/relationships/image" Target="../media/image195.png"/><Relationship Id="rId40" Type="http://schemas.openxmlformats.org/officeDocument/2006/relationships/image" Target="../media/image196.png"/><Relationship Id="rId41" Type="http://schemas.openxmlformats.org/officeDocument/2006/relationships/image" Target="../media/image197.png"/><Relationship Id="rId42" Type="http://schemas.openxmlformats.org/officeDocument/2006/relationships/image" Target="../media/image198.png"/><Relationship Id="rId43" Type="http://schemas.openxmlformats.org/officeDocument/2006/relationships/image" Target="../media/image199.png"/><Relationship Id="rId44" Type="http://schemas.openxmlformats.org/officeDocument/2006/relationships/image" Target="../media/image200.png"/><Relationship Id="rId45" Type="http://schemas.openxmlformats.org/officeDocument/2006/relationships/image" Target="../media/image201.png"/><Relationship Id="rId46" Type="http://schemas.openxmlformats.org/officeDocument/2006/relationships/image" Target="../media/image202.png"/><Relationship Id="rId47" Type="http://schemas.openxmlformats.org/officeDocument/2006/relationships/image" Target="../media/image203.png"/><Relationship Id="rId48" Type="http://schemas.openxmlformats.org/officeDocument/2006/relationships/image" Target="../media/image204.png"/><Relationship Id="rId49" Type="http://schemas.openxmlformats.org/officeDocument/2006/relationships/image" Target="../media/image205.png"/><Relationship Id="rId50" Type="http://schemas.openxmlformats.org/officeDocument/2006/relationships/image" Target="../media/image206.png"/><Relationship Id="rId51" Type="http://schemas.openxmlformats.org/officeDocument/2006/relationships/image" Target="../media/image207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2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29.png"/><Relationship Id="rId6" Type="http://schemas.openxmlformats.org/officeDocument/2006/relationships/image" Target="../media/image208.png"/><Relationship Id="rId7" Type="http://schemas.openxmlformats.org/officeDocument/2006/relationships/image" Target="../media/image209.png"/><Relationship Id="rId8" Type="http://schemas.openxmlformats.org/officeDocument/2006/relationships/image" Target="../media/image200.png"/><Relationship Id="rId9" Type="http://schemas.openxmlformats.org/officeDocument/2006/relationships/image" Target="../media/image210.png"/><Relationship Id="rId10" Type="http://schemas.openxmlformats.org/officeDocument/2006/relationships/image" Target="../media/image211.png"/><Relationship Id="rId11" Type="http://schemas.openxmlformats.org/officeDocument/2006/relationships/image" Target="../media/image79.png"/><Relationship Id="rId12" Type="http://schemas.openxmlformats.org/officeDocument/2006/relationships/image" Target="../media/image212.png"/><Relationship Id="rId13" Type="http://schemas.openxmlformats.org/officeDocument/2006/relationships/image" Target="../media/image213.png"/><Relationship Id="rId14" Type="http://schemas.openxmlformats.org/officeDocument/2006/relationships/image" Target="../media/image214.png"/><Relationship Id="rId15" Type="http://schemas.openxmlformats.org/officeDocument/2006/relationships/image" Target="../media/image215.png"/><Relationship Id="rId16" Type="http://schemas.openxmlformats.org/officeDocument/2006/relationships/image" Target="../media/image216.png"/><Relationship Id="rId17" Type="http://schemas.openxmlformats.org/officeDocument/2006/relationships/image" Target="../media/image217.png"/><Relationship Id="rId18" Type="http://schemas.openxmlformats.org/officeDocument/2006/relationships/image" Target="../media/image218.png"/><Relationship Id="rId19" Type="http://schemas.openxmlformats.org/officeDocument/2006/relationships/image" Target="../media/image219.png"/><Relationship Id="rId20" Type="http://schemas.openxmlformats.org/officeDocument/2006/relationships/image" Target="../media/image220.png"/><Relationship Id="rId21" Type="http://schemas.openxmlformats.org/officeDocument/2006/relationships/image" Target="../media/image221.png"/><Relationship Id="rId22" Type="http://schemas.openxmlformats.org/officeDocument/2006/relationships/image" Target="../media/image222.png"/><Relationship Id="rId23" Type="http://schemas.openxmlformats.org/officeDocument/2006/relationships/image" Target="../media/image223.png"/><Relationship Id="rId24" Type="http://schemas.openxmlformats.org/officeDocument/2006/relationships/image" Target="../media/image224.png"/><Relationship Id="rId25" Type="http://schemas.openxmlformats.org/officeDocument/2006/relationships/image" Target="../media/image225.png"/><Relationship Id="rId26" Type="http://schemas.openxmlformats.org/officeDocument/2006/relationships/image" Target="../media/image185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226.png"/><Relationship Id="rId9" Type="http://schemas.openxmlformats.org/officeDocument/2006/relationships/image" Target="../media/image29.png"/><Relationship Id="rId10" Type="http://schemas.openxmlformats.org/officeDocument/2006/relationships/image" Target="../media/image227.png"/><Relationship Id="rId11" Type="http://schemas.openxmlformats.org/officeDocument/2006/relationships/image" Target="../media/image228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29.png"/><Relationship Id="rId3" Type="http://schemas.openxmlformats.org/officeDocument/2006/relationships/image" Target="../media/image230.png"/><Relationship Id="rId4" Type="http://schemas.openxmlformats.org/officeDocument/2006/relationships/image" Target="../media/image227.png"/><Relationship Id="rId5" Type="http://schemas.openxmlformats.org/officeDocument/2006/relationships/image" Target="../media/image6.png"/><Relationship Id="rId6" Type="http://schemas.openxmlformats.org/officeDocument/2006/relationships/image" Target="../media/image228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Relationship Id="rId3" Type="http://schemas.openxmlformats.org/officeDocument/2006/relationships/image" Target="../media/image231.png"/><Relationship Id="rId4" Type="http://schemas.openxmlformats.org/officeDocument/2006/relationships/image" Target="../media/image232.png"/><Relationship Id="rId5" Type="http://schemas.openxmlformats.org/officeDocument/2006/relationships/image" Target="../media/image233.png"/><Relationship Id="rId6" Type="http://schemas.openxmlformats.org/officeDocument/2006/relationships/image" Target="../media/image234.png"/><Relationship Id="rId7" Type="http://schemas.openxmlformats.org/officeDocument/2006/relationships/image" Target="../media/image235.png"/><Relationship Id="rId8" Type="http://schemas.openxmlformats.org/officeDocument/2006/relationships/image" Target="../media/image236.png"/><Relationship Id="rId9" Type="http://schemas.openxmlformats.org/officeDocument/2006/relationships/image" Target="../media/image237.png"/><Relationship Id="rId10" Type="http://schemas.openxmlformats.org/officeDocument/2006/relationships/image" Target="../media/image238.png"/><Relationship Id="rId11" Type="http://schemas.openxmlformats.org/officeDocument/2006/relationships/image" Target="../media/image239.png"/><Relationship Id="rId12" Type="http://schemas.openxmlformats.org/officeDocument/2006/relationships/image" Target="../media/image240.png"/><Relationship Id="rId13" Type="http://schemas.openxmlformats.org/officeDocument/2006/relationships/image" Target="../media/image241.png"/><Relationship Id="rId14" Type="http://schemas.openxmlformats.org/officeDocument/2006/relationships/image" Target="../media/image242.png"/><Relationship Id="rId15" Type="http://schemas.openxmlformats.org/officeDocument/2006/relationships/image" Target="../media/image243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29.png"/><Relationship Id="rId5" Type="http://schemas.openxmlformats.org/officeDocument/2006/relationships/image" Target="../media/image244.png"/><Relationship Id="rId6" Type="http://schemas.openxmlformats.org/officeDocument/2006/relationships/image" Target="../media/image245.png"/><Relationship Id="rId7" Type="http://schemas.openxmlformats.org/officeDocument/2006/relationships/image" Target="../media/image246.png"/><Relationship Id="rId8" Type="http://schemas.openxmlformats.org/officeDocument/2006/relationships/image" Target="../media/image247.png"/><Relationship Id="rId9" Type="http://schemas.openxmlformats.org/officeDocument/2006/relationships/image" Target="../media/image248.png"/><Relationship Id="rId10" Type="http://schemas.openxmlformats.org/officeDocument/2006/relationships/image" Target="../media/image249.png"/><Relationship Id="rId11" Type="http://schemas.openxmlformats.org/officeDocument/2006/relationships/image" Target="../media/image250.png"/><Relationship Id="rId12" Type="http://schemas.openxmlformats.org/officeDocument/2006/relationships/image" Target="../media/image251.png"/><Relationship Id="rId13" Type="http://schemas.openxmlformats.org/officeDocument/2006/relationships/image" Target="../media/image252.png"/><Relationship Id="rId14" Type="http://schemas.openxmlformats.org/officeDocument/2006/relationships/image" Target="../media/image253.png"/><Relationship Id="rId15" Type="http://schemas.openxmlformats.org/officeDocument/2006/relationships/image" Target="../media/image254.png"/><Relationship Id="rId16" Type="http://schemas.openxmlformats.org/officeDocument/2006/relationships/image" Target="../media/image255.png"/><Relationship Id="rId17" Type="http://schemas.openxmlformats.org/officeDocument/2006/relationships/image" Target="../media/image256.png"/><Relationship Id="rId18" Type="http://schemas.openxmlformats.org/officeDocument/2006/relationships/image" Target="../media/image257.png"/><Relationship Id="rId19" Type="http://schemas.openxmlformats.org/officeDocument/2006/relationships/image" Target="../media/image258.png"/><Relationship Id="rId20" Type="http://schemas.openxmlformats.org/officeDocument/2006/relationships/image" Target="../media/image259.png"/><Relationship Id="rId21" Type="http://schemas.openxmlformats.org/officeDocument/2006/relationships/image" Target="../media/image260.png"/><Relationship Id="rId22" Type="http://schemas.openxmlformats.org/officeDocument/2006/relationships/image" Target="../media/image261.png"/><Relationship Id="rId23" Type="http://schemas.openxmlformats.org/officeDocument/2006/relationships/image" Target="../media/image262.png"/><Relationship Id="rId24" Type="http://schemas.openxmlformats.org/officeDocument/2006/relationships/image" Target="../media/image263.png"/><Relationship Id="rId25" Type="http://schemas.openxmlformats.org/officeDocument/2006/relationships/image" Target="../media/image264.png"/><Relationship Id="rId26" Type="http://schemas.openxmlformats.org/officeDocument/2006/relationships/image" Target="../media/image265.png"/><Relationship Id="rId27" Type="http://schemas.openxmlformats.org/officeDocument/2006/relationships/image" Target="../media/image266.png"/><Relationship Id="rId28" Type="http://schemas.openxmlformats.org/officeDocument/2006/relationships/image" Target="../media/image267.png"/><Relationship Id="rId29" Type="http://schemas.openxmlformats.org/officeDocument/2006/relationships/image" Target="../media/image268.png"/><Relationship Id="rId30" Type="http://schemas.openxmlformats.org/officeDocument/2006/relationships/image" Target="../media/image269.png"/><Relationship Id="rId31" Type="http://schemas.openxmlformats.org/officeDocument/2006/relationships/image" Target="../media/image270.png"/><Relationship Id="rId32" Type="http://schemas.openxmlformats.org/officeDocument/2006/relationships/image" Target="../media/image271.png"/><Relationship Id="rId33" Type="http://schemas.openxmlformats.org/officeDocument/2006/relationships/image" Target="../media/image272.png"/><Relationship Id="rId34" Type="http://schemas.openxmlformats.org/officeDocument/2006/relationships/image" Target="../media/image273.png"/><Relationship Id="rId35" Type="http://schemas.openxmlformats.org/officeDocument/2006/relationships/image" Target="../media/image274.png"/><Relationship Id="rId36" Type="http://schemas.openxmlformats.org/officeDocument/2006/relationships/image" Target="../media/image275.png"/><Relationship Id="rId37" Type="http://schemas.openxmlformats.org/officeDocument/2006/relationships/image" Target="../media/image276.png"/><Relationship Id="rId38" Type="http://schemas.openxmlformats.org/officeDocument/2006/relationships/image" Target="../media/image277.png"/><Relationship Id="rId39" Type="http://schemas.openxmlformats.org/officeDocument/2006/relationships/image" Target="../media/image278.png"/><Relationship Id="rId40" Type="http://schemas.openxmlformats.org/officeDocument/2006/relationships/image" Target="../media/image279.png"/><Relationship Id="rId41" Type="http://schemas.openxmlformats.org/officeDocument/2006/relationships/image" Target="../media/image280.png"/><Relationship Id="rId42" Type="http://schemas.openxmlformats.org/officeDocument/2006/relationships/image" Target="../media/image281.png"/><Relationship Id="rId43" Type="http://schemas.openxmlformats.org/officeDocument/2006/relationships/image" Target="../media/image282.png"/><Relationship Id="rId44" Type="http://schemas.openxmlformats.org/officeDocument/2006/relationships/image" Target="../media/image283.png"/><Relationship Id="rId45" Type="http://schemas.openxmlformats.org/officeDocument/2006/relationships/image" Target="../media/image284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29.png"/><Relationship Id="rId5" Type="http://schemas.openxmlformats.org/officeDocument/2006/relationships/image" Target="../media/image285.png"/><Relationship Id="rId6" Type="http://schemas.openxmlformats.org/officeDocument/2006/relationships/image" Target="../media/image286.png"/><Relationship Id="rId7" Type="http://schemas.openxmlformats.org/officeDocument/2006/relationships/image" Target="../media/image287.png"/><Relationship Id="rId8" Type="http://schemas.openxmlformats.org/officeDocument/2006/relationships/image" Target="../media/image288.png"/><Relationship Id="rId9" Type="http://schemas.openxmlformats.org/officeDocument/2006/relationships/image" Target="../media/image289.png"/><Relationship Id="rId10" Type="http://schemas.openxmlformats.org/officeDocument/2006/relationships/image" Target="../media/image290.png"/><Relationship Id="rId11" Type="http://schemas.openxmlformats.org/officeDocument/2006/relationships/image" Target="../media/image291.png"/><Relationship Id="rId12" Type="http://schemas.openxmlformats.org/officeDocument/2006/relationships/image" Target="../media/image292.png"/><Relationship Id="rId13" Type="http://schemas.openxmlformats.org/officeDocument/2006/relationships/image" Target="../media/image293.png"/><Relationship Id="rId14" Type="http://schemas.openxmlformats.org/officeDocument/2006/relationships/image" Target="../media/image294.png"/><Relationship Id="rId15" Type="http://schemas.openxmlformats.org/officeDocument/2006/relationships/image" Target="../media/image295.png"/><Relationship Id="rId16" Type="http://schemas.openxmlformats.org/officeDocument/2006/relationships/image" Target="../media/image296.png"/><Relationship Id="rId17" Type="http://schemas.openxmlformats.org/officeDocument/2006/relationships/image" Target="../media/image256.png"/><Relationship Id="rId18" Type="http://schemas.openxmlformats.org/officeDocument/2006/relationships/image" Target="../media/image297.png"/><Relationship Id="rId19" Type="http://schemas.openxmlformats.org/officeDocument/2006/relationships/image" Target="../media/image298.png"/><Relationship Id="rId20" Type="http://schemas.openxmlformats.org/officeDocument/2006/relationships/image" Target="../media/image299.png"/><Relationship Id="rId21" Type="http://schemas.openxmlformats.org/officeDocument/2006/relationships/image" Target="../media/image267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29.png"/><Relationship Id="rId5" Type="http://schemas.openxmlformats.org/officeDocument/2006/relationships/image" Target="../media/image300.png"/><Relationship Id="rId6" Type="http://schemas.openxmlformats.org/officeDocument/2006/relationships/image" Target="../media/image301.png"/><Relationship Id="rId7" Type="http://schemas.openxmlformats.org/officeDocument/2006/relationships/image" Target="../media/image302.png"/><Relationship Id="rId8" Type="http://schemas.openxmlformats.org/officeDocument/2006/relationships/image" Target="../media/image303.png"/><Relationship Id="rId9" Type="http://schemas.openxmlformats.org/officeDocument/2006/relationships/image" Target="../media/image304.png"/><Relationship Id="rId10" Type="http://schemas.openxmlformats.org/officeDocument/2006/relationships/image" Target="../media/image305.png"/><Relationship Id="rId11" Type="http://schemas.openxmlformats.org/officeDocument/2006/relationships/image" Target="../media/image306.png"/><Relationship Id="rId12" Type="http://schemas.openxmlformats.org/officeDocument/2006/relationships/image" Target="../media/image307.png"/><Relationship Id="rId13" Type="http://schemas.openxmlformats.org/officeDocument/2006/relationships/image" Target="../media/image308.png"/><Relationship Id="rId14" Type="http://schemas.openxmlformats.org/officeDocument/2006/relationships/image" Target="../media/image290.png"/><Relationship Id="rId15" Type="http://schemas.openxmlformats.org/officeDocument/2006/relationships/image" Target="../media/image309.png"/><Relationship Id="rId16" Type="http://schemas.openxmlformats.org/officeDocument/2006/relationships/image" Target="../media/image256.png"/><Relationship Id="rId17" Type="http://schemas.openxmlformats.org/officeDocument/2006/relationships/image" Target="../media/image310.png"/><Relationship Id="rId18" Type="http://schemas.openxmlformats.org/officeDocument/2006/relationships/image" Target="../media/image251.png"/><Relationship Id="rId19" Type="http://schemas.openxmlformats.org/officeDocument/2006/relationships/image" Target="../media/image311.png"/><Relationship Id="rId20" Type="http://schemas.openxmlformats.org/officeDocument/2006/relationships/image" Target="../media/image312.png"/><Relationship Id="rId21" Type="http://schemas.openxmlformats.org/officeDocument/2006/relationships/image" Target="../media/image313.png"/><Relationship Id="rId22" Type="http://schemas.openxmlformats.org/officeDocument/2006/relationships/image" Target="../media/image314.png"/><Relationship Id="rId23" Type="http://schemas.openxmlformats.org/officeDocument/2006/relationships/image" Target="../media/image315.png"/><Relationship Id="rId24" Type="http://schemas.openxmlformats.org/officeDocument/2006/relationships/image" Target="../media/image316.png"/><Relationship Id="rId25" Type="http://schemas.openxmlformats.org/officeDocument/2006/relationships/image" Target="../media/image317.png"/><Relationship Id="rId26" Type="http://schemas.openxmlformats.org/officeDocument/2006/relationships/image" Target="../media/image318.png"/><Relationship Id="rId27" Type="http://schemas.openxmlformats.org/officeDocument/2006/relationships/image" Target="../media/image319.png"/><Relationship Id="rId28" Type="http://schemas.openxmlformats.org/officeDocument/2006/relationships/image" Target="../media/image320.png"/><Relationship Id="rId29" Type="http://schemas.openxmlformats.org/officeDocument/2006/relationships/image" Target="../media/image321.png"/><Relationship Id="rId30" Type="http://schemas.openxmlformats.org/officeDocument/2006/relationships/image" Target="../media/image322.png"/><Relationship Id="rId31" Type="http://schemas.openxmlformats.org/officeDocument/2006/relationships/image" Target="../media/image323.png"/><Relationship Id="rId32" Type="http://schemas.openxmlformats.org/officeDocument/2006/relationships/image" Target="../media/image270.png"/><Relationship Id="rId33" Type="http://schemas.openxmlformats.org/officeDocument/2006/relationships/image" Target="../media/image324.png"/><Relationship Id="rId34" Type="http://schemas.openxmlformats.org/officeDocument/2006/relationships/image" Target="../media/image325.png"/><Relationship Id="rId35" Type="http://schemas.openxmlformats.org/officeDocument/2006/relationships/image" Target="../media/image326.png"/><Relationship Id="rId36" Type="http://schemas.openxmlformats.org/officeDocument/2006/relationships/image" Target="../media/image327.png"/><Relationship Id="rId37" Type="http://schemas.openxmlformats.org/officeDocument/2006/relationships/image" Target="../media/image328.png"/><Relationship Id="rId38" Type="http://schemas.openxmlformats.org/officeDocument/2006/relationships/image" Target="../media/image329.png"/><Relationship Id="rId39" Type="http://schemas.openxmlformats.org/officeDocument/2006/relationships/image" Target="../media/image330.png"/><Relationship Id="rId40" Type="http://schemas.openxmlformats.org/officeDocument/2006/relationships/image" Target="../media/image331.png"/><Relationship Id="rId41" Type="http://schemas.openxmlformats.org/officeDocument/2006/relationships/image" Target="../media/image267.png"/><Relationship Id="rId42" Type="http://schemas.openxmlformats.org/officeDocument/2006/relationships/image" Target="../media/image332.png"/><Relationship Id="rId43" Type="http://schemas.openxmlformats.org/officeDocument/2006/relationships/image" Target="../media/image333.png"/><Relationship Id="rId44" Type="http://schemas.openxmlformats.org/officeDocument/2006/relationships/image" Target="../media/image334.png"/><Relationship Id="rId45" Type="http://schemas.openxmlformats.org/officeDocument/2006/relationships/image" Target="../media/image335.png"/><Relationship Id="rId46" Type="http://schemas.openxmlformats.org/officeDocument/2006/relationships/image" Target="../media/image336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29.png"/><Relationship Id="rId5" Type="http://schemas.openxmlformats.org/officeDocument/2006/relationships/image" Target="../media/image337.png"/><Relationship Id="rId6" Type="http://schemas.openxmlformats.org/officeDocument/2006/relationships/image" Target="../media/image338.png"/><Relationship Id="rId7" Type="http://schemas.openxmlformats.org/officeDocument/2006/relationships/image" Target="../media/image339.png"/><Relationship Id="rId8" Type="http://schemas.openxmlformats.org/officeDocument/2006/relationships/image" Target="../media/image340.png"/><Relationship Id="rId9" Type="http://schemas.openxmlformats.org/officeDocument/2006/relationships/image" Target="../media/image341.png"/><Relationship Id="rId10" Type="http://schemas.openxmlformats.org/officeDocument/2006/relationships/image" Target="../media/image330.png"/><Relationship Id="rId11" Type="http://schemas.openxmlformats.org/officeDocument/2006/relationships/image" Target="../media/image325.png"/><Relationship Id="rId12" Type="http://schemas.openxmlformats.org/officeDocument/2006/relationships/image" Target="../media/image342.png"/><Relationship Id="rId13" Type="http://schemas.openxmlformats.org/officeDocument/2006/relationships/image" Target="../media/image328.png"/><Relationship Id="rId14" Type="http://schemas.openxmlformats.org/officeDocument/2006/relationships/image" Target="../media/image343.png"/><Relationship Id="rId15" Type="http://schemas.openxmlformats.org/officeDocument/2006/relationships/image" Target="../media/image256.png"/><Relationship Id="rId16" Type="http://schemas.openxmlformats.org/officeDocument/2006/relationships/image" Target="../media/image344.png"/><Relationship Id="rId17" Type="http://schemas.openxmlformats.org/officeDocument/2006/relationships/image" Target="../media/image345.png"/><Relationship Id="rId18" Type="http://schemas.openxmlformats.org/officeDocument/2006/relationships/image" Target="../media/image251.png"/><Relationship Id="rId19" Type="http://schemas.openxmlformats.org/officeDocument/2006/relationships/image" Target="../media/image346.png"/><Relationship Id="rId20" Type="http://schemas.openxmlformats.org/officeDocument/2006/relationships/image" Target="../media/image253.png"/><Relationship Id="rId21" Type="http://schemas.openxmlformats.org/officeDocument/2006/relationships/image" Target="../media/image347.png"/><Relationship Id="rId22" Type="http://schemas.openxmlformats.org/officeDocument/2006/relationships/image" Target="../media/image348.png"/><Relationship Id="rId23" Type="http://schemas.openxmlformats.org/officeDocument/2006/relationships/image" Target="../media/image349.png"/><Relationship Id="rId24" Type="http://schemas.openxmlformats.org/officeDocument/2006/relationships/image" Target="../media/image350.png"/><Relationship Id="rId25" Type="http://schemas.openxmlformats.org/officeDocument/2006/relationships/image" Target="../media/image295.png"/><Relationship Id="rId26" Type="http://schemas.openxmlformats.org/officeDocument/2006/relationships/image" Target="../media/image351.png"/><Relationship Id="rId27" Type="http://schemas.openxmlformats.org/officeDocument/2006/relationships/image" Target="../media/image352.png"/><Relationship Id="rId28" Type="http://schemas.openxmlformats.org/officeDocument/2006/relationships/image" Target="../media/image353.png"/><Relationship Id="rId29" Type="http://schemas.openxmlformats.org/officeDocument/2006/relationships/image" Target="../media/image354.png"/><Relationship Id="rId30" Type="http://schemas.openxmlformats.org/officeDocument/2006/relationships/image" Target="../media/image355.png"/><Relationship Id="rId31" Type="http://schemas.openxmlformats.org/officeDocument/2006/relationships/image" Target="../media/image356.png"/><Relationship Id="rId32" Type="http://schemas.openxmlformats.org/officeDocument/2006/relationships/image" Target="../media/image357.png"/><Relationship Id="rId33" Type="http://schemas.openxmlformats.org/officeDocument/2006/relationships/image" Target="../media/image358.png"/><Relationship Id="rId34" Type="http://schemas.openxmlformats.org/officeDocument/2006/relationships/image" Target="../media/image359.png"/><Relationship Id="rId35" Type="http://schemas.openxmlformats.org/officeDocument/2006/relationships/image" Target="../media/image360.png"/><Relationship Id="rId36" Type="http://schemas.openxmlformats.org/officeDocument/2006/relationships/image" Target="../media/image361.png"/><Relationship Id="rId37" Type="http://schemas.openxmlformats.org/officeDocument/2006/relationships/image" Target="../media/image260.png"/><Relationship Id="rId38" Type="http://schemas.openxmlformats.org/officeDocument/2006/relationships/image" Target="../media/image362.png"/><Relationship Id="rId39" Type="http://schemas.openxmlformats.org/officeDocument/2006/relationships/image" Target="../media/image294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29.png"/><Relationship Id="rId5" Type="http://schemas.openxmlformats.org/officeDocument/2006/relationships/image" Target="../media/image363.png"/><Relationship Id="rId6" Type="http://schemas.openxmlformats.org/officeDocument/2006/relationships/image" Target="../media/image364.png"/><Relationship Id="rId7" Type="http://schemas.openxmlformats.org/officeDocument/2006/relationships/image" Target="../media/image365.png"/><Relationship Id="rId8" Type="http://schemas.openxmlformats.org/officeDocument/2006/relationships/image" Target="../media/image366.png"/><Relationship Id="rId9" Type="http://schemas.openxmlformats.org/officeDocument/2006/relationships/image" Target="../media/image270.png"/><Relationship Id="rId10" Type="http://schemas.openxmlformats.org/officeDocument/2006/relationships/image" Target="../media/image367.png"/><Relationship Id="rId11" Type="http://schemas.openxmlformats.org/officeDocument/2006/relationships/image" Target="../media/image368.png"/><Relationship Id="rId12" Type="http://schemas.openxmlformats.org/officeDocument/2006/relationships/image" Target="../media/image328.png"/><Relationship Id="rId13" Type="http://schemas.openxmlformats.org/officeDocument/2006/relationships/image" Target="../media/image369.png"/><Relationship Id="rId14" Type="http://schemas.openxmlformats.org/officeDocument/2006/relationships/image" Target="../media/image256.png"/><Relationship Id="rId15" Type="http://schemas.openxmlformats.org/officeDocument/2006/relationships/image" Target="../media/image370.png"/><Relationship Id="rId16" Type="http://schemas.openxmlformats.org/officeDocument/2006/relationships/image" Target="../media/image371.png"/><Relationship Id="rId17" Type="http://schemas.openxmlformats.org/officeDocument/2006/relationships/image" Target="../media/image372.png"/><Relationship Id="rId18" Type="http://schemas.openxmlformats.org/officeDocument/2006/relationships/image" Target="../media/image373.png"/><Relationship Id="rId19" Type="http://schemas.openxmlformats.org/officeDocument/2006/relationships/image" Target="../media/image357.png"/><Relationship Id="rId20" Type="http://schemas.openxmlformats.org/officeDocument/2006/relationships/image" Target="../media/image374.png"/><Relationship Id="rId21" Type="http://schemas.openxmlformats.org/officeDocument/2006/relationships/image" Target="../media/image375.png"/><Relationship Id="rId22" Type="http://schemas.openxmlformats.org/officeDocument/2006/relationships/image" Target="../media/image376.png"/><Relationship Id="rId23" Type="http://schemas.openxmlformats.org/officeDocument/2006/relationships/image" Target="../media/image310.png"/><Relationship Id="rId24" Type="http://schemas.openxmlformats.org/officeDocument/2006/relationships/image" Target="../media/image377.png"/><Relationship Id="rId25" Type="http://schemas.openxmlformats.org/officeDocument/2006/relationships/image" Target="../media/image378.png"/><Relationship Id="rId26" Type="http://schemas.openxmlformats.org/officeDocument/2006/relationships/image" Target="../media/image379.png"/><Relationship Id="rId27" Type="http://schemas.openxmlformats.org/officeDocument/2006/relationships/image" Target="../media/image380.png"/><Relationship Id="rId28" Type="http://schemas.openxmlformats.org/officeDocument/2006/relationships/image" Target="../media/image304.png"/><Relationship Id="rId29" Type="http://schemas.openxmlformats.org/officeDocument/2006/relationships/image" Target="../media/image381.png"/><Relationship Id="rId30" Type="http://schemas.openxmlformats.org/officeDocument/2006/relationships/image" Target="../media/image382.png"/><Relationship Id="rId31" Type="http://schemas.openxmlformats.org/officeDocument/2006/relationships/image" Target="../media/image349.png"/><Relationship Id="rId32" Type="http://schemas.openxmlformats.org/officeDocument/2006/relationships/image" Target="../media/image383.png"/><Relationship Id="rId33" Type="http://schemas.openxmlformats.org/officeDocument/2006/relationships/image" Target="../media/image325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Relationship Id="rId3" Type="http://schemas.openxmlformats.org/officeDocument/2006/relationships/image" Target="../media/image384.png"/><Relationship Id="rId4" Type="http://schemas.openxmlformats.org/officeDocument/2006/relationships/image" Target="../media/image385.png"/><Relationship Id="rId5" Type="http://schemas.openxmlformats.org/officeDocument/2006/relationships/image" Target="../media/image386.png"/><Relationship Id="rId6" Type="http://schemas.openxmlformats.org/officeDocument/2006/relationships/image" Target="../media/image387.png"/><Relationship Id="rId7" Type="http://schemas.openxmlformats.org/officeDocument/2006/relationships/image" Target="../media/image388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89.png"/><Relationship Id="rId3" Type="http://schemas.openxmlformats.org/officeDocument/2006/relationships/image" Target="../media/image390.png"/><Relationship Id="rId4" Type="http://schemas.openxmlformats.org/officeDocument/2006/relationships/image" Target="../media/image391.png"/><Relationship Id="rId5" Type="http://schemas.openxmlformats.org/officeDocument/2006/relationships/image" Target="../media/image392.png"/><Relationship Id="rId6" Type="http://schemas.openxmlformats.org/officeDocument/2006/relationships/image" Target="../media/image393.png"/><Relationship Id="rId7" Type="http://schemas.openxmlformats.org/officeDocument/2006/relationships/image" Target="../media/image394.png"/><Relationship Id="rId8" Type="http://schemas.openxmlformats.org/officeDocument/2006/relationships/image" Target="../media/image395.png"/><Relationship Id="rId9" Type="http://schemas.openxmlformats.org/officeDocument/2006/relationships/image" Target="../media/image396.png"/><Relationship Id="rId10" Type="http://schemas.openxmlformats.org/officeDocument/2006/relationships/image" Target="../media/image397.png"/><Relationship Id="rId11" Type="http://schemas.openxmlformats.org/officeDocument/2006/relationships/image" Target="../media/image398.png"/><Relationship Id="rId12" Type="http://schemas.openxmlformats.org/officeDocument/2006/relationships/image" Target="../media/image399.png"/><Relationship Id="rId13" Type="http://schemas.openxmlformats.org/officeDocument/2006/relationships/image" Target="../media/image400.png"/><Relationship Id="rId14" Type="http://schemas.openxmlformats.org/officeDocument/2006/relationships/image" Target="../media/image401.png"/><Relationship Id="rId15" Type="http://schemas.openxmlformats.org/officeDocument/2006/relationships/image" Target="../media/image402.png"/><Relationship Id="rId16" Type="http://schemas.openxmlformats.org/officeDocument/2006/relationships/image" Target="../media/image403.png"/><Relationship Id="rId17" Type="http://schemas.openxmlformats.org/officeDocument/2006/relationships/image" Target="../media/image404.png"/><Relationship Id="rId18" Type="http://schemas.openxmlformats.org/officeDocument/2006/relationships/image" Target="../media/image405.png"/><Relationship Id="rId19" Type="http://schemas.openxmlformats.org/officeDocument/2006/relationships/image" Target="../media/image406.png"/><Relationship Id="rId20" Type="http://schemas.openxmlformats.org/officeDocument/2006/relationships/image" Target="../media/image407.jpg"/><Relationship Id="rId21" Type="http://schemas.openxmlformats.org/officeDocument/2006/relationships/image" Target="../media/image408.png"/><Relationship Id="rId22" Type="http://schemas.openxmlformats.org/officeDocument/2006/relationships/image" Target="../media/image409.png"/><Relationship Id="rId23" Type="http://schemas.openxmlformats.org/officeDocument/2006/relationships/image" Target="../media/image410.png"/><Relationship Id="rId24" Type="http://schemas.openxmlformats.org/officeDocument/2006/relationships/image" Target="../media/image411.png"/><Relationship Id="rId25" Type="http://schemas.openxmlformats.org/officeDocument/2006/relationships/image" Target="../media/image412.png"/><Relationship Id="rId26" Type="http://schemas.openxmlformats.org/officeDocument/2006/relationships/image" Target="../media/image413.png"/><Relationship Id="rId27" Type="http://schemas.openxmlformats.org/officeDocument/2006/relationships/image" Target="../media/image414.png"/><Relationship Id="rId28" Type="http://schemas.openxmlformats.org/officeDocument/2006/relationships/image" Target="../media/image415.png"/><Relationship Id="rId29" Type="http://schemas.openxmlformats.org/officeDocument/2006/relationships/image" Target="../media/image416.png"/><Relationship Id="rId30" Type="http://schemas.openxmlformats.org/officeDocument/2006/relationships/image" Target="../media/image417.png"/><Relationship Id="rId31" Type="http://schemas.openxmlformats.org/officeDocument/2006/relationships/image" Target="../media/image418.png"/><Relationship Id="rId32" Type="http://schemas.openxmlformats.org/officeDocument/2006/relationships/image" Target="../media/image419.png"/><Relationship Id="rId33" Type="http://schemas.openxmlformats.org/officeDocument/2006/relationships/image" Target="../media/image420.png"/><Relationship Id="rId34" Type="http://schemas.openxmlformats.org/officeDocument/2006/relationships/image" Target="../media/image421.png"/><Relationship Id="rId35" Type="http://schemas.openxmlformats.org/officeDocument/2006/relationships/image" Target="../media/image422.png"/><Relationship Id="rId36" Type="http://schemas.openxmlformats.org/officeDocument/2006/relationships/image" Target="../media/image423.png"/><Relationship Id="rId37" Type="http://schemas.openxmlformats.org/officeDocument/2006/relationships/image" Target="../media/image424.png"/><Relationship Id="rId38" Type="http://schemas.openxmlformats.org/officeDocument/2006/relationships/image" Target="../media/image425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Relationship Id="rId3" Type="http://schemas.openxmlformats.org/officeDocument/2006/relationships/image" Target="../media/image384.png"/><Relationship Id="rId4" Type="http://schemas.openxmlformats.org/officeDocument/2006/relationships/image" Target="../media/image385.png"/><Relationship Id="rId5" Type="http://schemas.openxmlformats.org/officeDocument/2006/relationships/image" Target="../media/image426.png"/><Relationship Id="rId6" Type="http://schemas.openxmlformats.org/officeDocument/2006/relationships/image" Target="../media/image387.png"/><Relationship Id="rId7" Type="http://schemas.openxmlformats.org/officeDocument/2006/relationships/image" Target="../media/image388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Relationship Id="rId3" Type="http://schemas.openxmlformats.org/officeDocument/2006/relationships/image" Target="../media/image384.png"/><Relationship Id="rId4" Type="http://schemas.openxmlformats.org/officeDocument/2006/relationships/image" Target="../media/image427.png"/><Relationship Id="rId5" Type="http://schemas.openxmlformats.org/officeDocument/2006/relationships/image" Target="../media/image428.png"/><Relationship Id="rId6" Type="http://schemas.openxmlformats.org/officeDocument/2006/relationships/image" Target="../media/image429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Relationship Id="rId3" Type="http://schemas.openxmlformats.org/officeDocument/2006/relationships/image" Target="../media/image384.png"/><Relationship Id="rId4" Type="http://schemas.openxmlformats.org/officeDocument/2006/relationships/image" Target="../media/image385.png"/><Relationship Id="rId5" Type="http://schemas.openxmlformats.org/officeDocument/2006/relationships/image" Target="../media/image387.png"/><Relationship Id="rId6" Type="http://schemas.openxmlformats.org/officeDocument/2006/relationships/image" Target="../media/image388.png"/><Relationship Id="rId7" Type="http://schemas.openxmlformats.org/officeDocument/2006/relationships/image" Target="../media/image430.png"/><Relationship Id="rId8" Type="http://schemas.openxmlformats.org/officeDocument/2006/relationships/image" Target="../media/image431.jpg"/><Relationship Id="rId9" Type="http://schemas.openxmlformats.org/officeDocument/2006/relationships/image" Target="../media/image432.jp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Relationship Id="rId3" Type="http://schemas.openxmlformats.org/officeDocument/2006/relationships/image" Target="../media/image384.png"/><Relationship Id="rId4" Type="http://schemas.openxmlformats.org/officeDocument/2006/relationships/image" Target="../media/image387.png"/><Relationship Id="rId5" Type="http://schemas.openxmlformats.org/officeDocument/2006/relationships/image" Target="../media/image388.png"/><Relationship Id="rId6" Type="http://schemas.openxmlformats.org/officeDocument/2006/relationships/image" Target="../media/image433.png"/><Relationship Id="rId7" Type="http://schemas.openxmlformats.org/officeDocument/2006/relationships/image" Target="../media/image434.pn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Relationship Id="rId3" Type="http://schemas.openxmlformats.org/officeDocument/2006/relationships/image" Target="../media/image384.png"/><Relationship Id="rId4" Type="http://schemas.openxmlformats.org/officeDocument/2006/relationships/image" Target="../media/image387.png"/><Relationship Id="rId5" Type="http://schemas.openxmlformats.org/officeDocument/2006/relationships/image" Target="../media/image388.png"/><Relationship Id="rId6" Type="http://schemas.openxmlformats.org/officeDocument/2006/relationships/image" Target="../media/image435.png"/><Relationship Id="rId7" Type="http://schemas.openxmlformats.org/officeDocument/2006/relationships/image" Target="../media/image436.jpg"/><Relationship Id="rId8" Type="http://schemas.openxmlformats.org/officeDocument/2006/relationships/image" Target="../media/image437.pn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Relationship Id="rId3" Type="http://schemas.openxmlformats.org/officeDocument/2006/relationships/image" Target="../media/image384.png"/><Relationship Id="rId4" Type="http://schemas.openxmlformats.org/officeDocument/2006/relationships/image" Target="../media/image387.png"/><Relationship Id="rId5" Type="http://schemas.openxmlformats.org/officeDocument/2006/relationships/image" Target="../media/image388.png"/><Relationship Id="rId6" Type="http://schemas.openxmlformats.org/officeDocument/2006/relationships/image" Target="../media/image438.png"/><Relationship Id="rId7" Type="http://schemas.openxmlformats.org/officeDocument/2006/relationships/image" Target="../media/image439.pn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Relationship Id="rId3" Type="http://schemas.openxmlformats.org/officeDocument/2006/relationships/image" Target="../media/image384.png"/><Relationship Id="rId4" Type="http://schemas.openxmlformats.org/officeDocument/2006/relationships/image" Target="../media/image387.png"/><Relationship Id="rId5" Type="http://schemas.openxmlformats.org/officeDocument/2006/relationships/image" Target="../media/image388.png"/><Relationship Id="rId6" Type="http://schemas.openxmlformats.org/officeDocument/2006/relationships/image" Target="../media/image440.jpg"/><Relationship Id="rId7" Type="http://schemas.openxmlformats.org/officeDocument/2006/relationships/image" Target="../media/image441.pn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Relationship Id="rId3" Type="http://schemas.openxmlformats.org/officeDocument/2006/relationships/image" Target="../media/image384.png"/><Relationship Id="rId4" Type="http://schemas.openxmlformats.org/officeDocument/2006/relationships/image" Target="../media/image387.png"/><Relationship Id="rId5" Type="http://schemas.openxmlformats.org/officeDocument/2006/relationships/image" Target="../media/image442.png"/><Relationship Id="rId6" Type="http://schemas.openxmlformats.org/officeDocument/2006/relationships/image" Target="../media/image443.jpg"/><Relationship Id="rId7" Type="http://schemas.openxmlformats.org/officeDocument/2006/relationships/image" Target="../media/image444.pn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Relationship Id="rId3" Type="http://schemas.openxmlformats.org/officeDocument/2006/relationships/image" Target="../media/image445.png"/><Relationship Id="rId4" Type="http://schemas.openxmlformats.org/officeDocument/2006/relationships/image" Target="../media/image385.png"/><Relationship Id="rId5" Type="http://schemas.openxmlformats.org/officeDocument/2006/relationships/image" Target="../media/image387.png"/><Relationship Id="rId6" Type="http://schemas.openxmlformats.org/officeDocument/2006/relationships/image" Target="../media/image388.png"/><Relationship Id="rId7" Type="http://schemas.openxmlformats.org/officeDocument/2006/relationships/image" Target="../media/image446.jpg"/><Relationship Id="rId8" Type="http://schemas.openxmlformats.org/officeDocument/2006/relationships/image" Target="../media/image447.pn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Relationship Id="rId3" Type="http://schemas.openxmlformats.org/officeDocument/2006/relationships/image" Target="../media/image384.png"/><Relationship Id="rId4" Type="http://schemas.openxmlformats.org/officeDocument/2006/relationships/image" Target="../media/image385.png"/><Relationship Id="rId5" Type="http://schemas.openxmlformats.org/officeDocument/2006/relationships/image" Target="../media/image448.png"/><Relationship Id="rId6" Type="http://schemas.openxmlformats.org/officeDocument/2006/relationships/image" Target="../media/image387.png"/><Relationship Id="rId7" Type="http://schemas.openxmlformats.org/officeDocument/2006/relationships/image" Target="../media/image388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6716776"/>
            <a:ext cx="5948171" cy="3570221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42528" y="0"/>
              <a:ext cx="10245471" cy="8357107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74875" y="4735703"/>
              <a:ext cx="8965311" cy="2028698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0"/>
              <a:ext cx="3086099" cy="3001772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099286" y="7332535"/>
              <a:ext cx="4188712" cy="2954464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74875" y="2442032"/>
              <a:ext cx="7534402" cy="1166164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74875" y="3788359"/>
              <a:ext cx="4790313" cy="1166164"/>
            </a:xfrm>
            <a:prstGeom prst="rect">
              <a:avLst/>
            </a:prstGeom>
          </p:spPr>
        </p:pic>
      </p:grpSp>
      <p:sp>
        <p:nvSpPr>
          <p:cNvPr id="11" name="object 11" descr=""/>
          <p:cNvSpPr txBox="1"/>
          <p:nvPr/>
        </p:nvSpPr>
        <p:spPr>
          <a:xfrm>
            <a:off x="1678939" y="6677659"/>
            <a:ext cx="7120255" cy="13843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586355" algn="l"/>
              </a:tabLst>
            </a:pPr>
            <a:r>
              <a:rPr dirty="0" sz="2900" spc="55" i="1">
                <a:solidFill>
                  <a:srgbClr val="FFF9EB"/>
                </a:solidFill>
                <a:latin typeface="Arial"/>
                <a:cs typeface="Arial"/>
              </a:rPr>
              <a:t>Presented</a:t>
            </a:r>
            <a:r>
              <a:rPr dirty="0" sz="2900" spc="25" i="1">
                <a:solidFill>
                  <a:srgbClr val="FFF9EB"/>
                </a:solidFill>
                <a:latin typeface="Arial"/>
                <a:cs typeface="Arial"/>
              </a:rPr>
              <a:t> </a:t>
            </a:r>
            <a:r>
              <a:rPr dirty="0" sz="2900" spc="-25" i="1">
                <a:solidFill>
                  <a:srgbClr val="FFF9EB"/>
                </a:solidFill>
                <a:latin typeface="Arial"/>
                <a:cs typeface="Arial"/>
              </a:rPr>
              <a:t>by:</a:t>
            </a:r>
            <a:r>
              <a:rPr dirty="0" sz="2900" i="1">
                <a:solidFill>
                  <a:srgbClr val="FFF9EB"/>
                </a:solidFill>
                <a:latin typeface="Arial"/>
                <a:cs typeface="Arial"/>
              </a:rPr>
              <a:t>	</a:t>
            </a:r>
            <a:r>
              <a:rPr dirty="0" sz="2900" spc="-165" i="1">
                <a:solidFill>
                  <a:srgbClr val="FFF9EB"/>
                </a:solidFill>
                <a:latin typeface="Arial"/>
                <a:cs typeface="Arial"/>
              </a:rPr>
              <a:t>OUIRRA</a:t>
            </a:r>
            <a:r>
              <a:rPr dirty="0" sz="2900" spc="-35" i="1">
                <a:solidFill>
                  <a:srgbClr val="FFF9EB"/>
                </a:solidFill>
                <a:latin typeface="Arial"/>
                <a:cs typeface="Arial"/>
              </a:rPr>
              <a:t> </a:t>
            </a:r>
            <a:r>
              <a:rPr dirty="0" sz="2900" spc="-70" i="1">
                <a:solidFill>
                  <a:srgbClr val="FFF9EB"/>
                </a:solidFill>
                <a:latin typeface="Arial"/>
                <a:cs typeface="Arial"/>
              </a:rPr>
              <a:t>SALAH</a:t>
            </a:r>
            <a:r>
              <a:rPr dirty="0" sz="2900" spc="-95" i="1">
                <a:solidFill>
                  <a:srgbClr val="FFF9EB"/>
                </a:solidFill>
                <a:latin typeface="Arial"/>
                <a:cs typeface="Arial"/>
              </a:rPr>
              <a:t> </a:t>
            </a:r>
            <a:r>
              <a:rPr dirty="0" sz="2900" spc="-10" i="1">
                <a:solidFill>
                  <a:srgbClr val="FFF9EB"/>
                </a:solidFill>
                <a:latin typeface="Arial"/>
                <a:cs typeface="Arial"/>
              </a:rPr>
              <a:t>EDDINE</a:t>
            </a:r>
            <a:endParaRPr sz="2900">
              <a:latin typeface="Arial"/>
              <a:cs typeface="Arial"/>
            </a:endParaRPr>
          </a:p>
          <a:p>
            <a:pPr marL="2565400" marR="5080">
              <a:lnSpc>
                <a:spcPct val="103400"/>
              </a:lnSpc>
            </a:pPr>
            <a:r>
              <a:rPr dirty="0" sz="2900" spc="-240" i="1">
                <a:solidFill>
                  <a:srgbClr val="FFF9EB"/>
                </a:solidFill>
                <a:latin typeface="Arial"/>
                <a:cs typeface="Arial"/>
              </a:rPr>
              <a:t>EL</a:t>
            </a:r>
            <a:r>
              <a:rPr dirty="0" sz="2900" spc="25" i="1">
                <a:solidFill>
                  <a:srgbClr val="FFF9EB"/>
                </a:solidFill>
                <a:latin typeface="Arial"/>
                <a:cs typeface="Arial"/>
              </a:rPr>
              <a:t> </a:t>
            </a:r>
            <a:r>
              <a:rPr dirty="0" sz="2900" spc="-25" i="1">
                <a:solidFill>
                  <a:srgbClr val="FFF9EB"/>
                </a:solidFill>
                <a:latin typeface="Arial"/>
                <a:cs typeface="Arial"/>
              </a:rPr>
              <a:t>OTMANI</a:t>
            </a:r>
            <a:r>
              <a:rPr dirty="0" sz="2900" spc="-175" i="1">
                <a:solidFill>
                  <a:srgbClr val="FFF9EB"/>
                </a:solidFill>
                <a:latin typeface="Arial"/>
                <a:cs typeface="Arial"/>
              </a:rPr>
              <a:t> </a:t>
            </a:r>
            <a:r>
              <a:rPr dirty="0" sz="2900" spc="-30" i="1">
                <a:solidFill>
                  <a:srgbClr val="FFF9EB"/>
                </a:solidFill>
                <a:latin typeface="Arial"/>
                <a:cs typeface="Arial"/>
              </a:rPr>
              <a:t>CHADI</a:t>
            </a:r>
            <a:r>
              <a:rPr dirty="0" sz="2900" spc="-140" i="1">
                <a:solidFill>
                  <a:srgbClr val="FFF9EB"/>
                </a:solidFill>
                <a:latin typeface="Arial"/>
                <a:cs typeface="Arial"/>
              </a:rPr>
              <a:t> </a:t>
            </a:r>
            <a:r>
              <a:rPr dirty="0" sz="2900" spc="-10" i="1">
                <a:solidFill>
                  <a:srgbClr val="FFF9EB"/>
                </a:solidFill>
                <a:latin typeface="Arial"/>
                <a:cs typeface="Arial"/>
              </a:rPr>
              <a:t>OTMAN</a:t>
            </a:r>
            <a:r>
              <a:rPr dirty="0" sz="2900" spc="-10" i="1">
                <a:solidFill>
                  <a:srgbClr val="FFF9EB"/>
                </a:solidFill>
                <a:latin typeface="Arial"/>
                <a:cs typeface="Arial"/>
              </a:rPr>
              <a:t> </a:t>
            </a:r>
            <a:r>
              <a:rPr dirty="0" sz="2900" spc="-85" i="1">
                <a:solidFill>
                  <a:srgbClr val="FFF9EB"/>
                </a:solidFill>
                <a:latin typeface="Arial"/>
                <a:cs typeface="Arial"/>
              </a:rPr>
              <a:t>AOUTOUF</a:t>
            </a:r>
            <a:r>
              <a:rPr dirty="0" sz="2900" spc="-75" i="1">
                <a:solidFill>
                  <a:srgbClr val="FFF9EB"/>
                </a:solidFill>
                <a:latin typeface="Arial"/>
                <a:cs typeface="Arial"/>
              </a:rPr>
              <a:t> </a:t>
            </a:r>
            <a:r>
              <a:rPr dirty="0" sz="2900" spc="-50" i="1">
                <a:solidFill>
                  <a:srgbClr val="FFF9EB"/>
                </a:solidFill>
                <a:latin typeface="Arial"/>
                <a:cs typeface="Arial"/>
              </a:rPr>
              <a:t>ABDERRAHIM</a:t>
            </a:r>
            <a:endParaRPr sz="29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536306" y="9219692"/>
            <a:ext cx="6995159" cy="4699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00" spc="55" i="1">
                <a:solidFill>
                  <a:srgbClr val="FFF9EB"/>
                </a:solidFill>
                <a:latin typeface="Arial"/>
                <a:cs typeface="Arial"/>
              </a:rPr>
              <a:t>Supervised</a:t>
            </a:r>
            <a:r>
              <a:rPr dirty="0" sz="2900" spc="5" i="1">
                <a:solidFill>
                  <a:srgbClr val="FFF9EB"/>
                </a:solidFill>
                <a:latin typeface="Arial"/>
                <a:cs typeface="Arial"/>
              </a:rPr>
              <a:t> </a:t>
            </a:r>
            <a:r>
              <a:rPr dirty="0" sz="2900" i="1">
                <a:solidFill>
                  <a:srgbClr val="FFF9EB"/>
                </a:solidFill>
                <a:latin typeface="Arial"/>
                <a:cs typeface="Arial"/>
              </a:rPr>
              <a:t>by:</a:t>
            </a:r>
            <a:r>
              <a:rPr dirty="0" sz="2900" spc="25" i="1">
                <a:solidFill>
                  <a:srgbClr val="FFF9EB"/>
                </a:solidFill>
                <a:latin typeface="Arial"/>
                <a:cs typeface="Arial"/>
              </a:rPr>
              <a:t> </a:t>
            </a:r>
            <a:r>
              <a:rPr dirty="0" sz="2900" spc="-145" i="1">
                <a:solidFill>
                  <a:srgbClr val="FFF9EB"/>
                </a:solidFill>
                <a:latin typeface="Arial"/>
                <a:cs typeface="Arial"/>
              </a:rPr>
              <a:t>El</a:t>
            </a:r>
            <a:r>
              <a:rPr dirty="0" sz="2900" spc="40" i="1">
                <a:solidFill>
                  <a:srgbClr val="FFF9EB"/>
                </a:solidFill>
                <a:latin typeface="Arial"/>
                <a:cs typeface="Arial"/>
              </a:rPr>
              <a:t> </a:t>
            </a:r>
            <a:r>
              <a:rPr dirty="0" sz="2900" i="1">
                <a:solidFill>
                  <a:srgbClr val="FFF9EB"/>
                </a:solidFill>
                <a:latin typeface="Arial"/>
                <a:cs typeface="Arial"/>
              </a:rPr>
              <a:t>Ghazouani</a:t>
            </a:r>
            <a:r>
              <a:rPr dirty="0" sz="2900" spc="40" i="1">
                <a:solidFill>
                  <a:srgbClr val="FFF9EB"/>
                </a:solidFill>
                <a:latin typeface="Arial"/>
                <a:cs typeface="Arial"/>
              </a:rPr>
              <a:t> </a:t>
            </a:r>
            <a:r>
              <a:rPr dirty="0" sz="2900" spc="85" i="1">
                <a:solidFill>
                  <a:srgbClr val="FFF9EB"/>
                </a:solidFill>
                <a:latin typeface="Arial"/>
                <a:cs typeface="Arial"/>
              </a:rPr>
              <a:t>Mohammed</a:t>
            </a:r>
            <a:endParaRPr sz="2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6591300" cy="1001867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010003" y="7501001"/>
            <a:ext cx="3277996" cy="2785996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221971" y="0"/>
            <a:ext cx="4229608" cy="213652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171565" y="831214"/>
            <a:ext cx="2312669" cy="99974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750431" y="2746882"/>
            <a:ext cx="3681095" cy="519683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4738623" y="2036826"/>
            <a:ext cx="1948180" cy="1948180"/>
            <a:chOff x="4738623" y="2036826"/>
            <a:chExt cx="1948180" cy="1948180"/>
          </a:xfrm>
        </p:grpSpPr>
        <p:sp>
          <p:nvSpPr>
            <p:cNvPr id="9" name="object 9" descr=""/>
            <p:cNvSpPr/>
            <p:nvPr/>
          </p:nvSpPr>
          <p:spPr>
            <a:xfrm>
              <a:off x="4833873" y="2132076"/>
              <a:ext cx="1757680" cy="1757680"/>
            </a:xfrm>
            <a:custGeom>
              <a:avLst/>
              <a:gdLst/>
              <a:ahLst/>
              <a:cxnLst/>
              <a:rect l="l" t="t" r="r" b="b"/>
              <a:pathLst>
                <a:path w="1757679" h="1757679">
                  <a:moveTo>
                    <a:pt x="878713" y="0"/>
                  </a:moveTo>
                  <a:lnTo>
                    <a:pt x="830503" y="1299"/>
                  </a:lnTo>
                  <a:lnTo>
                    <a:pt x="782973" y="5154"/>
                  </a:lnTo>
                  <a:lnTo>
                    <a:pt x="736189" y="11498"/>
                  </a:lnTo>
                  <a:lnTo>
                    <a:pt x="690218" y="20262"/>
                  </a:lnTo>
                  <a:lnTo>
                    <a:pt x="645127" y="31381"/>
                  </a:lnTo>
                  <a:lnTo>
                    <a:pt x="600984" y="44787"/>
                  </a:lnTo>
                  <a:lnTo>
                    <a:pt x="557855" y="60413"/>
                  </a:lnTo>
                  <a:lnTo>
                    <a:pt x="515807" y="78193"/>
                  </a:lnTo>
                  <a:lnTo>
                    <a:pt x="474908" y="98059"/>
                  </a:lnTo>
                  <a:lnTo>
                    <a:pt x="435224" y="119944"/>
                  </a:lnTo>
                  <a:lnTo>
                    <a:pt x="396822" y="143782"/>
                  </a:lnTo>
                  <a:lnTo>
                    <a:pt x="359770" y="169505"/>
                  </a:lnTo>
                  <a:lnTo>
                    <a:pt x="324135" y="197047"/>
                  </a:lnTo>
                  <a:lnTo>
                    <a:pt x="289982" y="226340"/>
                  </a:lnTo>
                  <a:lnTo>
                    <a:pt x="257381" y="257317"/>
                  </a:lnTo>
                  <a:lnTo>
                    <a:pt x="226397" y="289913"/>
                  </a:lnTo>
                  <a:lnTo>
                    <a:pt x="197097" y="324058"/>
                  </a:lnTo>
                  <a:lnTo>
                    <a:pt x="169550" y="359688"/>
                  </a:lnTo>
                  <a:lnTo>
                    <a:pt x="143820" y="396734"/>
                  </a:lnTo>
                  <a:lnTo>
                    <a:pt x="119977" y="435130"/>
                  </a:lnTo>
                  <a:lnTo>
                    <a:pt x="98086" y="474808"/>
                  </a:lnTo>
                  <a:lnTo>
                    <a:pt x="78215" y="515702"/>
                  </a:lnTo>
                  <a:lnTo>
                    <a:pt x="60431" y="557745"/>
                  </a:lnTo>
                  <a:lnTo>
                    <a:pt x="44800" y="600870"/>
                  </a:lnTo>
                  <a:lnTo>
                    <a:pt x="31390" y="645010"/>
                  </a:lnTo>
                  <a:lnTo>
                    <a:pt x="20268" y="690097"/>
                  </a:lnTo>
                  <a:lnTo>
                    <a:pt x="11501" y="736065"/>
                  </a:lnTo>
                  <a:lnTo>
                    <a:pt x="5156" y="782847"/>
                  </a:lnTo>
                  <a:lnTo>
                    <a:pt x="1300" y="830376"/>
                  </a:lnTo>
                  <a:lnTo>
                    <a:pt x="0" y="878585"/>
                  </a:lnTo>
                  <a:lnTo>
                    <a:pt x="1300" y="926807"/>
                  </a:lnTo>
                  <a:lnTo>
                    <a:pt x="5156" y="974347"/>
                  </a:lnTo>
                  <a:lnTo>
                    <a:pt x="11501" y="1021140"/>
                  </a:lnTo>
                  <a:lnTo>
                    <a:pt x="20268" y="1067118"/>
                  </a:lnTo>
                  <a:lnTo>
                    <a:pt x="31390" y="1112215"/>
                  </a:lnTo>
                  <a:lnTo>
                    <a:pt x="44800" y="1156363"/>
                  </a:lnTo>
                  <a:lnTo>
                    <a:pt x="60431" y="1199495"/>
                  </a:lnTo>
                  <a:lnTo>
                    <a:pt x="78215" y="1241546"/>
                  </a:lnTo>
                  <a:lnTo>
                    <a:pt x="98086" y="1282446"/>
                  </a:lnTo>
                  <a:lnTo>
                    <a:pt x="119977" y="1322131"/>
                  </a:lnTo>
                  <a:lnTo>
                    <a:pt x="143820" y="1360532"/>
                  </a:lnTo>
                  <a:lnTo>
                    <a:pt x="169550" y="1397583"/>
                  </a:lnTo>
                  <a:lnTo>
                    <a:pt x="197097" y="1433216"/>
                  </a:lnTo>
                  <a:lnTo>
                    <a:pt x="226397" y="1467366"/>
                  </a:lnTo>
                  <a:lnTo>
                    <a:pt x="257381" y="1499965"/>
                  </a:lnTo>
                  <a:lnTo>
                    <a:pt x="289982" y="1530945"/>
                  </a:lnTo>
                  <a:lnTo>
                    <a:pt x="324135" y="1560241"/>
                  </a:lnTo>
                  <a:lnTo>
                    <a:pt x="359770" y="1587785"/>
                  </a:lnTo>
                  <a:lnTo>
                    <a:pt x="396822" y="1613510"/>
                  </a:lnTo>
                  <a:lnTo>
                    <a:pt x="435224" y="1637349"/>
                  </a:lnTo>
                  <a:lnTo>
                    <a:pt x="474908" y="1659236"/>
                  </a:lnTo>
                  <a:lnTo>
                    <a:pt x="515807" y="1679103"/>
                  </a:lnTo>
                  <a:lnTo>
                    <a:pt x="557855" y="1696883"/>
                  </a:lnTo>
                  <a:lnTo>
                    <a:pt x="600984" y="1712510"/>
                  </a:lnTo>
                  <a:lnTo>
                    <a:pt x="645127" y="1725917"/>
                  </a:lnTo>
                  <a:lnTo>
                    <a:pt x="690218" y="1737036"/>
                  </a:lnTo>
                  <a:lnTo>
                    <a:pt x="736189" y="1745800"/>
                  </a:lnTo>
                  <a:lnTo>
                    <a:pt x="782973" y="1752144"/>
                  </a:lnTo>
                  <a:lnTo>
                    <a:pt x="830503" y="1755999"/>
                  </a:lnTo>
                  <a:lnTo>
                    <a:pt x="878713" y="1757299"/>
                  </a:lnTo>
                  <a:lnTo>
                    <a:pt x="926922" y="1755999"/>
                  </a:lnTo>
                  <a:lnTo>
                    <a:pt x="974452" y="1752144"/>
                  </a:lnTo>
                  <a:lnTo>
                    <a:pt x="1021236" y="1745800"/>
                  </a:lnTo>
                  <a:lnTo>
                    <a:pt x="1067207" y="1737036"/>
                  </a:lnTo>
                  <a:lnTo>
                    <a:pt x="1112298" y="1725917"/>
                  </a:lnTo>
                  <a:lnTo>
                    <a:pt x="1156441" y="1712510"/>
                  </a:lnTo>
                  <a:lnTo>
                    <a:pt x="1199570" y="1696883"/>
                  </a:lnTo>
                  <a:lnTo>
                    <a:pt x="1241618" y="1679103"/>
                  </a:lnTo>
                  <a:lnTo>
                    <a:pt x="1282517" y="1659236"/>
                  </a:lnTo>
                  <a:lnTo>
                    <a:pt x="1322201" y="1637349"/>
                  </a:lnTo>
                  <a:lnTo>
                    <a:pt x="1360603" y="1613510"/>
                  </a:lnTo>
                  <a:lnTo>
                    <a:pt x="1397655" y="1587785"/>
                  </a:lnTo>
                  <a:lnTo>
                    <a:pt x="1433290" y="1560241"/>
                  </a:lnTo>
                  <a:lnTo>
                    <a:pt x="1467443" y="1530945"/>
                  </a:lnTo>
                  <a:lnTo>
                    <a:pt x="1500044" y="1499965"/>
                  </a:lnTo>
                  <a:lnTo>
                    <a:pt x="1531028" y="1467366"/>
                  </a:lnTo>
                  <a:lnTo>
                    <a:pt x="1560328" y="1433216"/>
                  </a:lnTo>
                  <a:lnTo>
                    <a:pt x="1587875" y="1397583"/>
                  </a:lnTo>
                  <a:lnTo>
                    <a:pt x="1613605" y="1360532"/>
                  </a:lnTo>
                  <a:lnTo>
                    <a:pt x="1637448" y="1322131"/>
                  </a:lnTo>
                  <a:lnTo>
                    <a:pt x="1659339" y="1282446"/>
                  </a:lnTo>
                  <a:lnTo>
                    <a:pt x="1679210" y="1241546"/>
                  </a:lnTo>
                  <a:lnTo>
                    <a:pt x="1696994" y="1199495"/>
                  </a:lnTo>
                  <a:lnTo>
                    <a:pt x="1712625" y="1156363"/>
                  </a:lnTo>
                  <a:lnTo>
                    <a:pt x="1726035" y="1112215"/>
                  </a:lnTo>
                  <a:lnTo>
                    <a:pt x="1737157" y="1067118"/>
                  </a:lnTo>
                  <a:lnTo>
                    <a:pt x="1745924" y="1021140"/>
                  </a:lnTo>
                  <a:lnTo>
                    <a:pt x="1752269" y="974347"/>
                  </a:lnTo>
                  <a:lnTo>
                    <a:pt x="1756125" y="926807"/>
                  </a:lnTo>
                  <a:lnTo>
                    <a:pt x="1757426" y="878585"/>
                  </a:lnTo>
                  <a:lnTo>
                    <a:pt x="1756125" y="830376"/>
                  </a:lnTo>
                  <a:lnTo>
                    <a:pt x="1752269" y="782847"/>
                  </a:lnTo>
                  <a:lnTo>
                    <a:pt x="1745924" y="736065"/>
                  </a:lnTo>
                  <a:lnTo>
                    <a:pt x="1737157" y="690097"/>
                  </a:lnTo>
                  <a:lnTo>
                    <a:pt x="1726035" y="645010"/>
                  </a:lnTo>
                  <a:lnTo>
                    <a:pt x="1712625" y="600870"/>
                  </a:lnTo>
                  <a:lnTo>
                    <a:pt x="1696994" y="557745"/>
                  </a:lnTo>
                  <a:lnTo>
                    <a:pt x="1679210" y="515702"/>
                  </a:lnTo>
                  <a:lnTo>
                    <a:pt x="1659339" y="474808"/>
                  </a:lnTo>
                  <a:lnTo>
                    <a:pt x="1637448" y="435130"/>
                  </a:lnTo>
                  <a:lnTo>
                    <a:pt x="1613605" y="396734"/>
                  </a:lnTo>
                  <a:lnTo>
                    <a:pt x="1587875" y="359688"/>
                  </a:lnTo>
                  <a:lnTo>
                    <a:pt x="1560328" y="324058"/>
                  </a:lnTo>
                  <a:lnTo>
                    <a:pt x="1531028" y="289913"/>
                  </a:lnTo>
                  <a:lnTo>
                    <a:pt x="1500044" y="257317"/>
                  </a:lnTo>
                  <a:lnTo>
                    <a:pt x="1467443" y="226340"/>
                  </a:lnTo>
                  <a:lnTo>
                    <a:pt x="1433290" y="197047"/>
                  </a:lnTo>
                  <a:lnTo>
                    <a:pt x="1397655" y="169505"/>
                  </a:lnTo>
                  <a:lnTo>
                    <a:pt x="1360603" y="143782"/>
                  </a:lnTo>
                  <a:lnTo>
                    <a:pt x="1322201" y="119944"/>
                  </a:lnTo>
                  <a:lnTo>
                    <a:pt x="1282517" y="98059"/>
                  </a:lnTo>
                  <a:lnTo>
                    <a:pt x="1241618" y="78193"/>
                  </a:lnTo>
                  <a:lnTo>
                    <a:pt x="1199570" y="60413"/>
                  </a:lnTo>
                  <a:lnTo>
                    <a:pt x="1156441" y="44787"/>
                  </a:lnTo>
                  <a:lnTo>
                    <a:pt x="1112298" y="31381"/>
                  </a:lnTo>
                  <a:lnTo>
                    <a:pt x="1067207" y="20262"/>
                  </a:lnTo>
                  <a:lnTo>
                    <a:pt x="1021236" y="11498"/>
                  </a:lnTo>
                  <a:lnTo>
                    <a:pt x="974452" y="5154"/>
                  </a:lnTo>
                  <a:lnTo>
                    <a:pt x="926922" y="1299"/>
                  </a:lnTo>
                  <a:lnTo>
                    <a:pt x="878713" y="0"/>
                  </a:lnTo>
                  <a:close/>
                </a:path>
              </a:pathLst>
            </a:custGeom>
            <a:ln w="190500">
              <a:solidFill>
                <a:srgbClr val="04001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330027" y="2611311"/>
              <a:ext cx="766445" cy="802640"/>
            </a:xfrm>
            <a:custGeom>
              <a:avLst/>
              <a:gdLst/>
              <a:ahLst/>
              <a:cxnLst/>
              <a:rect l="l" t="t" r="r" b="b"/>
              <a:pathLst>
                <a:path w="766445" h="802639">
                  <a:moveTo>
                    <a:pt x="558202" y="749300"/>
                  </a:moveTo>
                  <a:lnTo>
                    <a:pt x="508881" y="749300"/>
                  </a:lnTo>
                  <a:lnTo>
                    <a:pt x="512339" y="750570"/>
                  </a:lnTo>
                  <a:lnTo>
                    <a:pt x="528381" y="756920"/>
                  </a:lnTo>
                  <a:lnTo>
                    <a:pt x="528926" y="760730"/>
                  </a:lnTo>
                  <a:lnTo>
                    <a:pt x="531258" y="774700"/>
                  </a:lnTo>
                  <a:lnTo>
                    <a:pt x="531795" y="778510"/>
                  </a:lnTo>
                  <a:lnTo>
                    <a:pt x="599761" y="802640"/>
                  </a:lnTo>
                  <a:lnTo>
                    <a:pt x="601864" y="801370"/>
                  </a:lnTo>
                  <a:lnTo>
                    <a:pt x="602841" y="801370"/>
                  </a:lnTo>
                  <a:lnTo>
                    <a:pt x="621036" y="772160"/>
                  </a:lnTo>
                  <a:lnTo>
                    <a:pt x="562003" y="772160"/>
                  </a:lnTo>
                  <a:lnTo>
                    <a:pt x="561308" y="768350"/>
                  </a:lnTo>
                  <a:lnTo>
                    <a:pt x="558202" y="749300"/>
                  </a:lnTo>
                  <a:close/>
                </a:path>
                <a:path w="766445" h="802639">
                  <a:moveTo>
                    <a:pt x="641954" y="713740"/>
                  </a:moveTo>
                  <a:lnTo>
                    <a:pt x="607293" y="730250"/>
                  </a:lnTo>
                  <a:lnTo>
                    <a:pt x="600403" y="731520"/>
                  </a:lnTo>
                  <a:lnTo>
                    <a:pt x="595247" y="736600"/>
                  </a:lnTo>
                  <a:lnTo>
                    <a:pt x="594481" y="744220"/>
                  </a:lnTo>
                  <a:lnTo>
                    <a:pt x="593751" y="749300"/>
                  </a:lnTo>
                  <a:lnTo>
                    <a:pt x="589677" y="772160"/>
                  </a:lnTo>
                  <a:lnTo>
                    <a:pt x="621036" y="772160"/>
                  </a:lnTo>
                  <a:lnTo>
                    <a:pt x="622762" y="760730"/>
                  </a:lnTo>
                  <a:lnTo>
                    <a:pt x="623677" y="756920"/>
                  </a:lnTo>
                  <a:lnTo>
                    <a:pt x="630427" y="754380"/>
                  </a:lnTo>
                  <a:lnTo>
                    <a:pt x="637193" y="750570"/>
                  </a:lnTo>
                  <a:lnTo>
                    <a:pt x="643652" y="748030"/>
                  </a:lnTo>
                  <a:lnTo>
                    <a:pt x="710328" y="748030"/>
                  </a:lnTo>
                  <a:lnTo>
                    <a:pt x="715694" y="741680"/>
                  </a:lnTo>
                  <a:lnTo>
                    <a:pt x="721033" y="736600"/>
                  </a:lnTo>
                  <a:lnTo>
                    <a:pt x="721926" y="735330"/>
                  </a:lnTo>
                  <a:lnTo>
                    <a:pt x="678665" y="735330"/>
                  </a:lnTo>
                  <a:lnTo>
                    <a:pt x="674212" y="732790"/>
                  </a:lnTo>
                  <a:lnTo>
                    <a:pt x="661928" y="723900"/>
                  </a:lnTo>
                  <a:lnTo>
                    <a:pt x="655883" y="718820"/>
                  </a:lnTo>
                  <a:lnTo>
                    <a:pt x="650146" y="715010"/>
                  </a:lnTo>
                  <a:lnTo>
                    <a:pt x="641954" y="713740"/>
                  </a:lnTo>
                  <a:close/>
                </a:path>
                <a:path w="766445" h="802639">
                  <a:moveTo>
                    <a:pt x="509101" y="204470"/>
                  </a:moveTo>
                  <a:lnTo>
                    <a:pt x="479105" y="210820"/>
                  </a:lnTo>
                  <a:lnTo>
                    <a:pt x="453900" y="226060"/>
                  </a:lnTo>
                  <a:lnTo>
                    <a:pt x="435684" y="250190"/>
                  </a:lnTo>
                  <a:lnTo>
                    <a:pt x="426660" y="279400"/>
                  </a:lnTo>
                  <a:lnTo>
                    <a:pt x="0" y="279399"/>
                  </a:lnTo>
                  <a:lnTo>
                    <a:pt x="0" y="703579"/>
                  </a:lnTo>
                  <a:lnTo>
                    <a:pt x="425904" y="703580"/>
                  </a:lnTo>
                  <a:lnTo>
                    <a:pt x="422872" y="712470"/>
                  </a:lnTo>
                  <a:lnTo>
                    <a:pt x="452794" y="758190"/>
                  </a:lnTo>
                  <a:lnTo>
                    <a:pt x="481122" y="767080"/>
                  </a:lnTo>
                  <a:lnTo>
                    <a:pt x="490438" y="762000"/>
                  </a:lnTo>
                  <a:lnTo>
                    <a:pt x="504737" y="751840"/>
                  </a:lnTo>
                  <a:lnTo>
                    <a:pt x="508881" y="749300"/>
                  </a:lnTo>
                  <a:lnTo>
                    <a:pt x="558202" y="749300"/>
                  </a:lnTo>
                  <a:lnTo>
                    <a:pt x="557506" y="745490"/>
                  </a:lnTo>
                  <a:lnTo>
                    <a:pt x="556591" y="737870"/>
                  </a:lnTo>
                  <a:lnTo>
                    <a:pt x="555564" y="736600"/>
                  </a:lnTo>
                  <a:lnTo>
                    <a:pt x="473675" y="736600"/>
                  </a:lnTo>
                  <a:lnTo>
                    <a:pt x="468253" y="731520"/>
                  </a:lnTo>
                  <a:lnTo>
                    <a:pt x="463273" y="726440"/>
                  </a:lnTo>
                  <a:lnTo>
                    <a:pt x="458582" y="721360"/>
                  </a:lnTo>
                  <a:lnTo>
                    <a:pt x="454026" y="716280"/>
                  </a:lnTo>
                  <a:lnTo>
                    <a:pt x="464797" y="702310"/>
                  </a:lnTo>
                  <a:lnTo>
                    <a:pt x="466530" y="699770"/>
                  </a:lnTo>
                  <a:lnTo>
                    <a:pt x="468343" y="697230"/>
                  </a:lnTo>
                  <a:lnTo>
                    <a:pt x="474925" y="688340"/>
                  </a:lnTo>
                  <a:lnTo>
                    <a:pt x="475382" y="679450"/>
                  </a:lnTo>
                  <a:lnTo>
                    <a:pt x="471370" y="673100"/>
                  </a:lnTo>
                  <a:lnTo>
                    <a:pt x="470930" y="671830"/>
                  </a:lnTo>
                  <a:lnTo>
                    <a:pt x="469769" y="669290"/>
                  </a:lnTo>
                  <a:lnTo>
                    <a:pt x="59637" y="669289"/>
                  </a:lnTo>
                  <a:lnTo>
                    <a:pt x="84233" y="645159"/>
                  </a:lnTo>
                  <a:lnTo>
                    <a:pt x="34578" y="645159"/>
                  </a:lnTo>
                  <a:lnTo>
                    <a:pt x="34567" y="334009"/>
                  </a:lnTo>
                  <a:lnTo>
                    <a:pt x="87992" y="334009"/>
                  </a:lnTo>
                  <a:lnTo>
                    <a:pt x="64221" y="313689"/>
                  </a:lnTo>
                  <a:lnTo>
                    <a:pt x="468041" y="313690"/>
                  </a:lnTo>
                  <a:lnTo>
                    <a:pt x="465712" y="309880"/>
                  </a:lnTo>
                  <a:lnTo>
                    <a:pt x="463609" y="304800"/>
                  </a:lnTo>
                  <a:lnTo>
                    <a:pt x="461708" y="299720"/>
                  </a:lnTo>
                  <a:lnTo>
                    <a:pt x="460731" y="293370"/>
                  </a:lnTo>
                  <a:lnTo>
                    <a:pt x="460722" y="287020"/>
                  </a:lnTo>
                  <a:lnTo>
                    <a:pt x="460784" y="285750"/>
                  </a:lnTo>
                  <a:lnTo>
                    <a:pt x="480782" y="248920"/>
                  </a:lnTo>
                  <a:lnTo>
                    <a:pt x="513051" y="240030"/>
                  </a:lnTo>
                  <a:lnTo>
                    <a:pt x="575333" y="240030"/>
                  </a:lnTo>
                  <a:lnTo>
                    <a:pt x="567719" y="228600"/>
                  </a:lnTo>
                  <a:lnTo>
                    <a:pt x="541369" y="210820"/>
                  </a:lnTo>
                  <a:lnTo>
                    <a:pt x="509101" y="204470"/>
                  </a:lnTo>
                  <a:close/>
                </a:path>
                <a:path w="766445" h="802639">
                  <a:moveTo>
                    <a:pt x="710328" y="748030"/>
                  </a:moveTo>
                  <a:lnTo>
                    <a:pt x="643652" y="748030"/>
                  </a:lnTo>
                  <a:lnTo>
                    <a:pt x="647049" y="750570"/>
                  </a:lnTo>
                  <a:lnTo>
                    <a:pt x="659139" y="759460"/>
                  </a:lnTo>
                  <a:lnTo>
                    <a:pt x="661805" y="760730"/>
                  </a:lnTo>
                  <a:lnTo>
                    <a:pt x="671113" y="765810"/>
                  </a:lnTo>
                  <a:lnTo>
                    <a:pt x="681228" y="767080"/>
                  </a:lnTo>
                  <a:lnTo>
                    <a:pt x="691059" y="764540"/>
                  </a:lnTo>
                  <a:lnTo>
                    <a:pt x="699510" y="758190"/>
                  </a:lnTo>
                  <a:lnTo>
                    <a:pt x="710328" y="748030"/>
                  </a:lnTo>
                  <a:close/>
                </a:path>
                <a:path w="766445" h="802639">
                  <a:moveTo>
                    <a:pt x="510272" y="715010"/>
                  </a:moveTo>
                  <a:lnTo>
                    <a:pt x="502493" y="715010"/>
                  </a:lnTo>
                  <a:lnTo>
                    <a:pt x="496800" y="720090"/>
                  </a:lnTo>
                  <a:lnTo>
                    <a:pt x="492629" y="722630"/>
                  </a:lnTo>
                  <a:lnTo>
                    <a:pt x="488326" y="726440"/>
                  </a:lnTo>
                  <a:lnTo>
                    <a:pt x="473675" y="736600"/>
                  </a:lnTo>
                  <a:lnTo>
                    <a:pt x="555564" y="736600"/>
                  </a:lnTo>
                  <a:lnTo>
                    <a:pt x="551452" y="731520"/>
                  </a:lnTo>
                  <a:lnTo>
                    <a:pt x="544483" y="730250"/>
                  </a:lnTo>
                  <a:lnTo>
                    <a:pt x="530835" y="725170"/>
                  </a:lnTo>
                  <a:lnTo>
                    <a:pt x="523768" y="721360"/>
                  </a:lnTo>
                  <a:lnTo>
                    <a:pt x="516572" y="718820"/>
                  </a:lnTo>
                  <a:lnTo>
                    <a:pt x="510272" y="715010"/>
                  </a:lnTo>
                  <a:close/>
                </a:path>
                <a:path w="766445" h="802639">
                  <a:moveTo>
                    <a:pt x="721620" y="490220"/>
                  </a:moveTo>
                  <a:lnTo>
                    <a:pt x="678840" y="490220"/>
                  </a:lnTo>
                  <a:lnTo>
                    <a:pt x="683865" y="495300"/>
                  </a:lnTo>
                  <a:lnTo>
                    <a:pt x="694301" y="505460"/>
                  </a:lnTo>
                  <a:lnTo>
                    <a:pt x="698445" y="510540"/>
                  </a:lnTo>
                  <a:lnTo>
                    <a:pt x="695656" y="514350"/>
                  </a:lnTo>
                  <a:lnTo>
                    <a:pt x="692919" y="518160"/>
                  </a:lnTo>
                  <a:lnTo>
                    <a:pt x="684938" y="529590"/>
                  </a:lnTo>
                  <a:lnTo>
                    <a:pt x="682202" y="533400"/>
                  </a:lnTo>
                  <a:lnTo>
                    <a:pt x="677600" y="538480"/>
                  </a:lnTo>
                  <a:lnTo>
                    <a:pt x="676966" y="546100"/>
                  </a:lnTo>
                  <a:lnTo>
                    <a:pt x="680600" y="553720"/>
                  </a:lnTo>
                  <a:lnTo>
                    <a:pt x="686579" y="566420"/>
                  </a:lnTo>
                  <a:lnTo>
                    <a:pt x="692532" y="581660"/>
                  </a:lnTo>
                  <a:lnTo>
                    <a:pt x="694406" y="588010"/>
                  </a:lnTo>
                  <a:lnTo>
                    <a:pt x="700073" y="593090"/>
                  </a:lnTo>
                  <a:lnTo>
                    <a:pt x="706972" y="594360"/>
                  </a:lnTo>
                  <a:lnTo>
                    <a:pt x="711064" y="595630"/>
                  </a:lnTo>
                  <a:lnTo>
                    <a:pt x="715147" y="595630"/>
                  </a:lnTo>
                  <a:lnTo>
                    <a:pt x="724342" y="596900"/>
                  </a:lnTo>
                  <a:lnTo>
                    <a:pt x="735350" y="599440"/>
                  </a:lnTo>
                  <a:lnTo>
                    <a:pt x="735218" y="627380"/>
                  </a:lnTo>
                  <a:lnTo>
                    <a:pt x="726181" y="628650"/>
                  </a:lnTo>
                  <a:lnTo>
                    <a:pt x="714249" y="631190"/>
                  </a:lnTo>
                  <a:lnTo>
                    <a:pt x="706902" y="631190"/>
                  </a:lnTo>
                  <a:lnTo>
                    <a:pt x="699748" y="632460"/>
                  </a:lnTo>
                  <a:lnTo>
                    <a:pt x="693958" y="637540"/>
                  </a:lnTo>
                  <a:lnTo>
                    <a:pt x="692075" y="645160"/>
                  </a:lnTo>
                  <a:lnTo>
                    <a:pt x="689514" y="652780"/>
                  </a:lnTo>
                  <a:lnTo>
                    <a:pt x="686744" y="659130"/>
                  </a:lnTo>
                  <a:lnTo>
                    <a:pt x="683767" y="666750"/>
                  </a:lnTo>
                  <a:lnTo>
                    <a:pt x="680583" y="673100"/>
                  </a:lnTo>
                  <a:lnTo>
                    <a:pt x="676817" y="679450"/>
                  </a:lnTo>
                  <a:lnTo>
                    <a:pt x="677441" y="687070"/>
                  </a:lnTo>
                  <a:lnTo>
                    <a:pt x="682158" y="693420"/>
                  </a:lnTo>
                  <a:lnTo>
                    <a:pt x="685035" y="697230"/>
                  </a:lnTo>
                  <a:lnTo>
                    <a:pt x="690623" y="704850"/>
                  </a:lnTo>
                  <a:lnTo>
                    <a:pt x="695506" y="712470"/>
                  </a:lnTo>
                  <a:lnTo>
                    <a:pt x="698278" y="716280"/>
                  </a:lnTo>
                  <a:lnTo>
                    <a:pt x="690711" y="723900"/>
                  </a:lnTo>
                  <a:lnTo>
                    <a:pt x="678665" y="735330"/>
                  </a:lnTo>
                  <a:lnTo>
                    <a:pt x="721926" y="735330"/>
                  </a:lnTo>
                  <a:lnTo>
                    <a:pt x="727285" y="727710"/>
                  </a:lnTo>
                  <a:lnTo>
                    <a:pt x="729869" y="718820"/>
                  </a:lnTo>
                  <a:lnTo>
                    <a:pt x="728706" y="708660"/>
                  </a:lnTo>
                  <a:lnTo>
                    <a:pt x="723717" y="698500"/>
                  </a:lnTo>
                  <a:lnTo>
                    <a:pt x="715525" y="687070"/>
                  </a:lnTo>
                  <a:lnTo>
                    <a:pt x="711099" y="680720"/>
                  </a:lnTo>
                  <a:lnTo>
                    <a:pt x="714143" y="674370"/>
                  </a:lnTo>
                  <a:lnTo>
                    <a:pt x="719573" y="660400"/>
                  </a:lnTo>
                  <a:lnTo>
                    <a:pt x="741800" y="656590"/>
                  </a:lnTo>
                  <a:lnTo>
                    <a:pt x="748696" y="655320"/>
                  </a:lnTo>
                  <a:lnTo>
                    <a:pt x="754782" y="651510"/>
                  </a:lnTo>
                  <a:lnTo>
                    <a:pt x="759778" y="646430"/>
                  </a:lnTo>
                  <a:lnTo>
                    <a:pt x="763402" y="640080"/>
                  </a:lnTo>
                  <a:lnTo>
                    <a:pt x="764036" y="640080"/>
                  </a:lnTo>
                  <a:lnTo>
                    <a:pt x="764467" y="631190"/>
                  </a:lnTo>
                  <a:lnTo>
                    <a:pt x="765013" y="622300"/>
                  </a:lnTo>
                  <a:lnTo>
                    <a:pt x="765056" y="621030"/>
                  </a:lnTo>
                  <a:lnTo>
                    <a:pt x="765778" y="608330"/>
                  </a:lnTo>
                  <a:lnTo>
                    <a:pt x="765888" y="604520"/>
                  </a:lnTo>
                  <a:lnTo>
                    <a:pt x="766002" y="596900"/>
                  </a:lnTo>
                  <a:lnTo>
                    <a:pt x="765019" y="589280"/>
                  </a:lnTo>
                  <a:lnTo>
                    <a:pt x="719573" y="565150"/>
                  </a:lnTo>
                  <a:lnTo>
                    <a:pt x="718165" y="561340"/>
                  </a:lnTo>
                  <a:lnTo>
                    <a:pt x="711284" y="544830"/>
                  </a:lnTo>
                  <a:lnTo>
                    <a:pt x="714152" y="541020"/>
                  </a:lnTo>
                  <a:lnTo>
                    <a:pt x="717144" y="537210"/>
                  </a:lnTo>
                  <a:lnTo>
                    <a:pt x="723708" y="527050"/>
                  </a:lnTo>
                  <a:lnTo>
                    <a:pt x="728804" y="518160"/>
                  </a:lnTo>
                  <a:lnTo>
                    <a:pt x="729937" y="508000"/>
                  </a:lnTo>
                  <a:lnTo>
                    <a:pt x="727201" y="497840"/>
                  </a:lnTo>
                  <a:lnTo>
                    <a:pt x="721620" y="490220"/>
                  </a:lnTo>
                  <a:close/>
                </a:path>
                <a:path w="766445" h="802639">
                  <a:moveTo>
                    <a:pt x="576108" y="528320"/>
                  </a:moveTo>
                  <a:lnTo>
                    <a:pt x="531152" y="541020"/>
                  </a:lnTo>
                  <a:lnTo>
                    <a:pt x="499246" y="577850"/>
                  </a:lnTo>
                  <a:lnTo>
                    <a:pt x="491327" y="613410"/>
                  </a:lnTo>
                  <a:lnTo>
                    <a:pt x="491807" y="622300"/>
                  </a:lnTo>
                  <a:lnTo>
                    <a:pt x="512495" y="669290"/>
                  </a:lnTo>
                  <a:lnTo>
                    <a:pt x="551883" y="694690"/>
                  </a:lnTo>
                  <a:lnTo>
                    <a:pt x="576531" y="698500"/>
                  </a:lnTo>
                  <a:lnTo>
                    <a:pt x="609327" y="690880"/>
                  </a:lnTo>
                  <a:lnTo>
                    <a:pt x="636076" y="673100"/>
                  </a:lnTo>
                  <a:lnTo>
                    <a:pt x="642082" y="664210"/>
                  </a:lnTo>
                  <a:lnTo>
                    <a:pt x="567824" y="664210"/>
                  </a:lnTo>
                  <a:lnTo>
                    <a:pt x="549111" y="657860"/>
                  </a:lnTo>
                  <a:lnTo>
                    <a:pt x="533942" y="643890"/>
                  </a:lnTo>
                  <a:lnTo>
                    <a:pt x="526389" y="628650"/>
                  </a:lnTo>
                  <a:lnTo>
                    <a:pt x="523871" y="613410"/>
                  </a:lnTo>
                  <a:lnTo>
                    <a:pt x="526389" y="596900"/>
                  </a:lnTo>
                  <a:lnTo>
                    <a:pt x="552614" y="566420"/>
                  </a:lnTo>
                  <a:lnTo>
                    <a:pt x="576381" y="561340"/>
                  </a:lnTo>
                  <a:lnTo>
                    <a:pt x="641063" y="561340"/>
                  </a:lnTo>
                  <a:lnTo>
                    <a:pt x="635884" y="553720"/>
                  </a:lnTo>
                  <a:lnTo>
                    <a:pt x="609017" y="534670"/>
                  </a:lnTo>
                  <a:lnTo>
                    <a:pt x="576108" y="528320"/>
                  </a:lnTo>
                  <a:close/>
                </a:path>
                <a:path w="766445" h="802639">
                  <a:moveTo>
                    <a:pt x="354081" y="501650"/>
                  </a:moveTo>
                  <a:lnTo>
                    <a:pt x="304508" y="501650"/>
                  </a:lnTo>
                  <a:lnTo>
                    <a:pt x="389201" y="585470"/>
                  </a:lnTo>
                  <a:lnTo>
                    <a:pt x="388304" y="586740"/>
                  </a:lnTo>
                  <a:lnTo>
                    <a:pt x="387600" y="588010"/>
                  </a:lnTo>
                  <a:lnTo>
                    <a:pt x="387081" y="590550"/>
                  </a:lnTo>
                  <a:lnTo>
                    <a:pt x="391480" y="593090"/>
                  </a:lnTo>
                  <a:lnTo>
                    <a:pt x="386007" y="593090"/>
                  </a:lnTo>
                  <a:lnTo>
                    <a:pt x="386007" y="633730"/>
                  </a:lnTo>
                  <a:lnTo>
                    <a:pt x="415793" y="659130"/>
                  </a:lnTo>
                  <a:lnTo>
                    <a:pt x="427831" y="660400"/>
                  </a:lnTo>
                  <a:lnTo>
                    <a:pt x="432890" y="661670"/>
                  </a:lnTo>
                  <a:lnTo>
                    <a:pt x="433788" y="664210"/>
                  </a:lnTo>
                  <a:lnTo>
                    <a:pt x="434729" y="666750"/>
                  </a:lnTo>
                  <a:lnTo>
                    <a:pt x="435732" y="669290"/>
                  </a:lnTo>
                  <a:lnTo>
                    <a:pt x="469769" y="669290"/>
                  </a:lnTo>
                  <a:lnTo>
                    <a:pt x="468029" y="665480"/>
                  </a:lnTo>
                  <a:lnTo>
                    <a:pt x="465204" y="659130"/>
                  </a:lnTo>
                  <a:lnTo>
                    <a:pt x="462461" y="652780"/>
                  </a:lnTo>
                  <a:lnTo>
                    <a:pt x="459807" y="645160"/>
                  </a:lnTo>
                  <a:lnTo>
                    <a:pt x="457810" y="638810"/>
                  </a:lnTo>
                  <a:lnTo>
                    <a:pt x="451932" y="633730"/>
                  </a:lnTo>
                  <a:lnTo>
                    <a:pt x="444813" y="632460"/>
                  </a:lnTo>
                  <a:lnTo>
                    <a:pt x="439727" y="632460"/>
                  </a:lnTo>
                  <a:lnTo>
                    <a:pt x="421469" y="628650"/>
                  </a:lnTo>
                  <a:lnTo>
                    <a:pt x="416655" y="627380"/>
                  </a:lnTo>
                  <a:lnTo>
                    <a:pt x="416780" y="621030"/>
                  </a:lnTo>
                  <a:lnTo>
                    <a:pt x="416717" y="599440"/>
                  </a:lnTo>
                  <a:lnTo>
                    <a:pt x="420404" y="599440"/>
                  </a:lnTo>
                  <a:lnTo>
                    <a:pt x="435196" y="596900"/>
                  </a:lnTo>
                  <a:lnTo>
                    <a:pt x="439120" y="596900"/>
                  </a:lnTo>
                  <a:lnTo>
                    <a:pt x="440642" y="595630"/>
                  </a:lnTo>
                  <a:lnTo>
                    <a:pt x="443819" y="595630"/>
                  </a:lnTo>
                  <a:lnTo>
                    <a:pt x="451254" y="594360"/>
                  </a:lnTo>
                  <a:lnTo>
                    <a:pt x="452801" y="593090"/>
                  </a:lnTo>
                  <a:lnTo>
                    <a:pt x="391480" y="593090"/>
                  </a:lnTo>
                  <a:lnTo>
                    <a:pt x="386509" y="591820"/>
                  </a:lnTo>
                  <a:lnTo>
                    <a:pt x="454347" y="591820"/>
                  </a:lnTo>
                  <a:lnTo>
                    <a:pt x="457440" y="589280"/>
                  </a:lnTo>
                  <a:lnTo>
                    <a:pt x="459482" y="582930"/>
                  </a:lnTo>
                  <a:lnTo>
                    <a:pt x="462091" y="575310"/>
                  </a:lnTo>
                  <a:lnTo>
                    <a:pt x="464903" y="567690"/>
                  </a:lnTo>
                  <a:lnTo>
                    <a:pt x="421389" y="567690"/>
                  </a:lnTo>
                  <a:lnTo>
                    <a:pt x="354081" y="501650"/>
                  </a:lnTo>
                  <a:close/>
                </a:path>
                <a:path w="766445" h="802639">
                  <a:moveTo>
                    <a:pt x="641063" y="561340"/>
                  </a:moveTo>
                  <a:lnTo>
                    <a:pt x="586361" y="561340"/>
                  </a:lnTo>
                  <a:lnTo>
                    <a:pt x="595865" y="565150"/>
                  </a:lnTo>
                  <a:lnTo>
                    <a:pt x="604626" y="568960"/>
                  </a:lnTo>
                  <a:lnTo>
                    <a:pt x="627018" y="603250"/>
                  </a:lnTo>
                  <a:lnTo>
                    <a:pt x="628077" y="619760"/>
                  </a:lnTo>
                  <a:lnTo>
                    <a:pt x="626634" y="627380"/>
                  </a:lnTo>
                  <a:lnTo>
                    <a:pt x="623818" y="633730"/>
                  </a:lnTo>
                  <a:lnTo>
                    <a:pt x="620624" y="640080"/>
                  </a:lnTo>
                  <a:lnTo>
                    <a:pt x="616639" y="645160"/>
                  </a:lnTo>
                  <a:lnTo>
                    <a:pt x="611923" y="651510"/>
                  </a:lnTo>
                  <a:lnTo>
                    <a:pt x="606536" y="655320"/>
                  </a:lnTo>
                  <a:lnTo>
                    <a:pt x="587744" y="664210"/>
                  </a:lnTo>
                  <a:lnTo>
                    <a:pt x="642082" y="664210"/>
                  </a:lnTo>
                  <a:lnTo>
                    <a:pt x="654094" y="646430"/>
                  </a:lnTo>
                  <a:lnTo>
                    <a:pt x="660696" y="613410"/>
                  </a:lnTo>
                  <a:lnTo>
                    <a:pt x="654010" y="580390"/>
                  </a:lnTo>
                  <a:lnTo>
                    <a:pt x="641063" y="561340"/>
                  </a:lnTo>
                  <a:close/>
                </a:path>
                <a:path w="766445" h="802639">
                  <a:moveTo>
                    <a:pt x="87992" y="334009"/>
                  </a:moveTo>
                  <a:lnTo>
                    <a:pt x="34567" y="334009"/>
                  </a:lnTo>
                  <a:lnTo>
                    <a:pt x="204098" y="478790"/>
                  </a:lnTo>
                  <a:lnTo>
                    <a:pt x="34578" y="645159"/>
                  </a:lnTo>
                  <a:lnTo>
                    <a:pt x="84233" y="645159"/>
                  </a:lnTo>
                  <a:lnTo>
                    <a:pt x="230514" y="501650"/>
                  </a:lnTo>
                  <a:lnTo>
                    <a:pt x="354081" y="501650"/>
                  </a:lnTo>
                  <a:lnTo>
                    <a:pt x="339843" y="487680"/>
                  </a:lnTo>
                  <a:lnTo>
                    <a:pt x="267762" y="487680"/>
                  </a:lnTo>
                  <a:lnTo>
                    <a:pt x="87992" y="334009"/>
                  </a:lnTo>
                  <a:close/>
                </a:path>
                <a:path w="766445" h="802639">
                  <a:moveTo>
                    <a:pt x="470154" y="459740"/>
                  </a:moveTo>
                  <a:lnTo>
                    <a:pt x="460253" y="462280"/>
                  </a:lnTo>
                  <a:lnTo>
                    <a:pt x="451773" y="468630"/>
                  </a:lnTo>
                  <a:lnTo>
                    <a:pt x="440917" y="478790"/>
                  </a:lnTo>
                  <a:lnTo>
                    <a:pt x="435524" y="485140"/>
                  </a:lnTo>
                  <a:lnTo>
                    <a:pt x="430180" y="490220"/>
                  </a:lnTo>
                  <a:lnTo>
                    <a:pt x="424006" y="497840"/>
                  </a:lnTo>
                  <a:lnTo>
                    <a:pt x="421370" y="508000"/>
                  </a:lnTo>
                  <a:lnTo>
                    <a:pt x="422359" y="518160"/>
                  </a:lnTo>
                  <a:lnTo>
                    <a:pt x="427065" y="527050"/>
                  </a:lnTo>
                  <a:lnTo>
                    <a:pt x="428719" y="529590"/>
                  </a:lnTo>
                  <a:lnTo>
                    <a:pt x="434861" y="538480"/>
                  </a:lnTo>
                  <a:lnTo>
                    <a:pt x="437642" y="542290"/>
                  </a:lnTo>
                  <a:lnTo>
                    <a:pt x="440238" y="546100"/>
                  </a:lnTo>
                  <a:lnTo>
                    <a:pt x="437642" y="552450"/>
                  </a:lnTo>
                  <a:lnTo>
                    <a:pt x="434870" y="560070"/>
                  </a:lnTo>
                  <a:lnTo>
                    <a:pt x="432045" y="566420"/>
                  </a:lnTo>
                  <a:lnTo>
                    <a:pt x="428473" y="566420"/>
                  </a:lnTo>
                  <a:lnTo>
                    <a:pt x="424918" y="567690"/>
                  </a:lnTo>
                  <a:lnTo>
                    <a:pt x="464903" y="567690"/>
                  </a:lnTo>
                  <a:lnTo>
                    <a:pt x="467915" y="561340"/>
                  </a:lnTo>
                  <a:lnTo>
                    <a:pt x="471123" y="553720"/>
                  </a:lnTo>
                  <a:lnTo>
                    <a:pt x="474625" y="547370"/>
                  </a:lnTo>
                  <a:lnTo>
                    <a:pt x="474001" y="539750"/>
                  </a:lnTo>
                  <a:lnTo>
                    <a:pt x="469522" y="533400"/>
                  </a:lnTo>
                  <a:lnTo>
                    <a:pt x="466407" y="529590"/>
                  </a:lnTo>
                  <a:lnTo>
                    <a:pt x="460344" y="520700"/>
                  </a:lnTo>
                  <a:lnTo>
                    <a:pt x="458003" y="518160"/>
                  </a:lnTo>
                  <a:lnTo>
                    <a:pt x="452935" y="510540"/>
                  </a:lnTo>
                  <a:lnTo>
                    <a:pt x="462763" y="500380"/>
                  </a:lnTo>
                  <a:lnTo>
                    <a:pt x="467676" y="496570"/>
                  </a:lnTo>
                  <a:lnTo>
                    <a:pt x="472610" y="491490"/>
                  </a:lnTo>
                  <a:lnTo>
                    <a:pt x="553969" y="491490"/>
                  </a:lnTo>
                  <a:lnTo>
                    <a:pt x="555975" y="488950"/>
                  </a:lnTo>
                  <a:lnTo>
                    <a:pt x="556855" y="481330"/>
                  </a:lnTo>
                  <a:lnTo>
                    <a:pt x="557471" y="477520"/>
                  </a:lnTo>
                  <a:lnTo>
                    <a:pt x="558374" y="472440"/>
                  </a:lnTo>
                  <a:lnTo>
                    <a:pt x="498736" y="472440"/>
                  </a:lnTo>
                  <a:lnTo>
                    <a:pt x="492708" y="467360"/>
                  </a:lnTo>
                  <a:lnTo>
                    <a:pt x="489690" y="466090"/>
                  </a:lnTo>
                  <a:lnTo>
                    <a:pt x="480344" y="461010"/>
                  </a:lnTo>
                  <a:lnTo>
                    <a:pt x="470154" y="459740"/>
                  </a:lnTo>
                  <a:close/>
                </a:path>
                <a:path w="766445" h="802639">
                  <a:moveTo>
                    <a:pt x="304508" y="501650"/>
                  </a:moveTo>
                  <a:lnTo>
                    <a:pt x="230514" y="501650"/>
                  </a:lnTo>
                  <a:lnTo>
                    <a:pt x="267850" y="533400"/>
                  </a:lnTo>
                  <a:lnTo>
                    <a:pt x="304508" y="501650"/>
                  </a:lnTo>
                  <a:close/>
                </a:path>
                <a:path w="766445" h="802639">
                  <a:moveTo>
                    <a:pt x="553969" y="491490"/>
                  </a:moveTo>
                  <a:lnTo>
                    <a:pt x="472610" y="491490"/>
                  </a:lnTo>
                  <a:lnTo>
                    <a:pt x="476262" y="494030"/>
                  </a:lnTo>
                  <a:lnTo>
                    <a:pt x="491546" y="504190"/>
                  </a:lnTo>
                  <a:lnTo>
                    <a:pt x="495436" y="508000"/>
                  </a:lnTo>
                  <a:lnTo>
                    <a:pt x="497512" y="509270"/>
                  </a:lnTo>
                  <a:lnTo>
                    <a:pt x="499941" y="510540"/>
                  </a:lnTo>
                  <a:lnTo>
                    <a:pt x="506857" y="511810"/>
                  </a:lnTo>
                  <a:lnTo>
                    <a:pt x="511363" y="510540"/>
                  </a:lnTo>
                  <a:lnTo>
                    <a:pt x="515243" y="509270"/>
                  </a:lnTo>
                  <a:lnTo>
                    <a:pt x="530316" y="501650"/>
                  </a:lnTo>
                  <a:lnTo>
                    <a:pt x="534795" y="500380"/>
                  </a:lnTo>
                  <a:lnTo>
                    <a:pt x="539371" y="497840"/>
                  </a:lnTo>
                  <a:lnTo>
                    <a:pt x="544079" y="496570"/>
                  </a:lnTo>
                  <a:lnTo>
                    <a:pt x="550960" y="495300"/>
                  </a:lnTo>
                  <a:lnTo>
                    <a:pt x="553969" y="491490"/>
                  </a:lnTo>
                  <a:close/>
                </a:path>
                <a:path w="766445" h="802639">
                  <a:moveTo>
                    <a:pt x="620316" y="453390"/>
                  </a:moveTo>
                  <a:lnTo>
                    <a:pt x="589246" y="453390"/>
                  </a:lnTo>
                  <a:lnTo>
                    <a:pt x="590205" y="459740"/>
                  </a:lnTo>
                  <a:lnTo>
                    <a:pt x="594068" y="482600"/>
                  </a:lnTo>
                  <a:lnTo>
                    <a:pt x="594868" y="488950"/>
                  </a:lnTo>
                  <a:lnTo>
                    <a:pt x="599726" y="494030"/>
                  </a:lnTo>
                  <a:lnTo>
                    <a:pt x="606228" y="496570"/>
                  </a:lnTo>
                  <a:lnTo>
                    <a:pt x="614120" y="499110"/>
                  </a:lnTo>
                  <a:lnTo>
                    <a:pt x="629350" y="504190"/>
                  </a:lnTo>
                  <a:lnTo>
                    <a:pt x="636639" y="508000"/>
                  </a:lnTo>
                  <a:lnTo>
                    <a:pt x="642570" y="511810"/>
                  </a:lnTo>
                  <a:lnTo>
                    <a:pt x="650111" y="511810"/>
                  </a:lnTo>
                  <a:lnTo>
                    <a:pt x="655522" y="508000"/>
                  </a:lnTo>
                  <a:lnTo>
                    <a:pt x="658593" y="505460"/>
                  </a:lnTo>
                  <a:lnTo>
                    <a:pt x="661770" y="502920"/>
                  </a:lnTo>
                  <a:lnTo>
                    <a:pt x="673323" y="494030"/>
                  </a:lnTo>
                  <a:lnTo>
                    <a:pt x="678840" y="490220"/>
                  </a:lnTo>
                  <a:lnTo>
                    <a:pt x="721620" y="490220"/>
                  </a:lnTo>
                  <a:lnTo>
                    <a:pt x="720690" y="488950"/>
                  </a:lnTo>
                  <a:lnTo>
                    <a:pt x="709041" y="477520"/>
                  </a:lnTo>
                  <a:lnTo>
                    <a:pt x="643881" y="477520"/>
                  </a:lnTo>
                  <a:lnTo>
                    <a:pt x="640370" y="476250"/>
                  </a:lnTo>
                  <a:lnTo>
                    <a:pt x="626396" y="469900"/>
                  </a:lnTo>
                  <a:lnTo>
                    <a:pt x="622621" y="468630"/>
                  </a:lnTo>
                  <a:lnTo>
                    <a:pt x="620316" y="453390"/>
                  </a:lnTo>
                  <a:close/>
                </a:path>
                <a:path w="766445" h="802639">
                  <a:moveTo>
                    <a:pt x="468041" y="313690"/>
                  </a:moveTo>
                  <a:lnTo>
                    <a:pt x="430268" y="313690"/>
                  </a:lnTo>
                  <a:lnTo>
                    <a:pt x="432555" y="320040"/>
                  </a:lnTo>
                  <a:lnTo>
                    <a:pt x="435329" y="326390"/>
                  </a:lnTo>
                  <a:lnTo>
                    <a:pt x="438572" y="331470"/>
                  </a:lnTo>
                  <a:lnTo>
                    <a:pt x="442270" y="336550"/>
                  </a:lnTo>
                  <a:lnTo>
                    <a:pt x="267762" y="487680"/>
                  </a:lnTo>
                  <a:lnTo>
                    <a:pt x="339843" y="487680"/>
                  </a:lnTo>
                  <a:lnTo>
                    <a:pt x="330783" y="478790"/>
                  </a:lnTo>
                  <a:lnTo>
                    <a:pt x="468413" y="360680"/>
                  </a:lnTo>
                  <a:lnTo>
                    <a:pt x="546562" y="360680"/>
                  </a:lnTo>
                  <a:lnTo>
                    <a:pt x="557179" y="355600"/>
                  </a:lnTo>
                  <a:lnTo>
                    <a:pt x="575725" y="337820"/>
                  </a:lnTo>
                  <a:lnTo>
                    <a:pt x="576357" y="336550"/>
                  </a:lnTo>
                  <a:lnTo>
                    <a:pt x="505969" y="336550"/>
                  </a:lnTo>
                  <a:lnTo>
                    <a:pt x="493218" y="334010"/>
                  </a:lnTo>
                  <a:lnTo>
                    <a:pt x="468818" y="314960"/>
                  </a:lnTo>
                  <a:lnTo>
                    <a:pt x="468041" y="313690"/>
                  </a:lnTo>
                  <a:close/>
                </a:path>
                <a:path w="766445" h="802639">
                  <a:moveTo>
                    <a:pt x="702730" y="135890"/>
                  </a:moveTo>
                  <a:lnTo>
                    <a:pt x="669548" y="135890"/>
                  </a:lnTo>
                  <a:lnTo>
                    <a:pt x="669548" y="461010"/>
                  </a:lnTo>
                  <a:lnTo>
                    <a:pt x="666768" y="462280"/>
                  </a:lnTo>
                  <a:lnTo>
                    <a:pt x="664119" y="463550"/>
                  </a:lnTo>
                  <a:lnTo>
                    <a:pt x="661682" y="464820"/>
                  </a:lnTo>
                  <a:lnTo>
                    <a:pt x="657924" y="467360"/>
                  </a:lnTo>
                  <a:lnTo>
                    <a:pt x="648615" y="474980"/>
                  </a:lnTo>
                  <a:lnTo>
                    <a:pt x="643881" y="477520"/>
                  </a:lnTo>
                  <a:lnTo>
                    <a:pt x="709041" y="477520"/>
                  </a:lnTo>
                  <a:lnTo>
                    <a:pt x="706453" y="474980"/>
                  </a:lnTo>
                  <a:lnTo>
                    <a:pt x="702731" y="471170"/>
                  </a:lnTo>
                  <a:lnTo>
                    <a:pt x="702730" y="135890"/>
                  </a:lnTo>
                  <a:close/>
                </a:path>
                <a:path w="766445" h="802639">
                  <a:moveTo>
                    <a:pt x="546562" y="360680"/>
                  </a:moveTo>
                  <a:lnTo>
                    <a:pt x="468413" y="360680"/>
                  </a:lnTo>
                  <a:lnTo>
                    <a:pt x="475597" y="363220"/>
                  </a:lnTo>
                  <a:lnTo>
                    <a:pt x="483083" y="367030"/>
                  </a:lnTo>
                  <a:lnTo>
                    <a:pt x="490814" y="368300"/>
                  </a:lnTo>
                  <a:lnTo>
                    <a:pt x="498735" y="370840"/>
                  </a:lnTo>
                  <a:lnTo>
                    <a:pt x="498736" y="472440"/>
                  </a:lnTo>
                  <a:lnTo>
                    <a:pt x="558374" y="472440"/>
                  </a:lnTo>
                  <a:lnTo>
                    <a:pt x="560630" y="459740"/>
                  </a:lnTo>
                  <a:lnTo>
                    <a:pt x="561431" y="453390"/>
                  </a:lnTo>
                  <a:lnTo>
                    <a:pt x="620316" y="453390"/>
                  </a:lnTo>
                  <a:lnTo>
                    <a:pt x="618943" y="447040"/>
                  </a:lnTo>
                  <a:lnTo>
                    <a:pt x="617538" y="441960"/>
                  </a:lnTo>
                  <a:lnTo>
                    <a:pt x="533291" y="441960"/>
                  </a:lnTo>
                  <a:lnTo>
                    <a:pt x="533290" y="367030"/>
                  </a:lnTo>
                  <a:lnTo>
                    <a:pt x="546562" y="360680"/>
                  </a:lnTo>
                  <a:close/>
                </a:path>
                <a:path w="766445" h="802639">
                  <a:moveTo>
                    <a:pt x="596690" y="422910"/>
                  </a:moveTo>
                  <a:lnTo>
                    <a:pt x="554057" y="422910"/>
                  </a:lnTo>
                  <a:lnTo>
                    <a:pt x="552156" y="424180"/>
                  </a:lnTo>
                  <a:lnTo>
                    <a:pt x="546569" y="425450"/>
                  </a:lnTo>
                  <a:lnTo>
                    <a:pt x="541606" y="427990"/>
                  </a:lnTo>
                  <a:lnTo>
                    <a:pt x="538060" y="433070"/>
                  </a:lnTo>
                  <a:lnTo>
                    <a:pt x="536186" y="435610"/>
                  </a:lnTo>
                  <a:lnTo>
                    <a:pt x="534593" y="438150"/>
                  </a:lnTo>
                  <a:lnTo>
                    <a:pt x="533291" y="441960"/>
                  </a:lnTo>
                  <a:lnTo>
                    <a:pt x="617538" y="441960"/>
                  </a:lnTo>
                  <a:lnTo>
                    <a:pt x="616484" y="438150"/>
                  </a:lnTo>
                  <a:lnTo>
                    <a:pt x="611899" y="431800"/>
                  </a:lnTo>
                  <a:lnTo>
                    <a:pt x="605559" y="426720"/>
                  </a:lnTo>
                  <a:lnTo>
                    <a:pt x="597834" y="424180"/>
                  </a:lnTo>
                  <a:lnTo>
                    <a:pt x="596690" y="422910"/>
                  </a:lnTo>
                  <a:close/>
                </a:path>
                <a:path w="766445" h="802639">
                  <a:moveTo>
                    <a:pt x="575333" y="240030"/>
                  </a:moveTo>
                  <a:lnTo>
                    <a:pt x="513051" y="240030"/>
                  </a:lnTo>
                  <a:lnTo>
                    <a:pt x="530889" y="245110"/>
                  </a:lnTo>
                  <a:lnTo>
                    <a:pt x="545535" y="256540"/>
                  </a:lnTo>
                  <a:lnTo>
                    <a:pt x="555025" y="273050"/>
                  </a:lnTo>
                  <a:lnTo>
                    <a:pt x="557302" y="292100"/>
                  </a:lnTo>
                  <a:lnTo>
                    <a:pt x="552266" y="309880"/>
                  </a:lnTo>
                  <a:lnTo>
                    <a:pt x="540909" y="323850"/>
                  </a:lnTo>
                  <a:lnTo>
                    <a:pt x="524218" y="334010"/>
                  </a:lnTo>
                  <a:lnTo>
                    <a:pt x="518332" y="335280"/>
                  </a:lnTo>
                  <a:lnTo>
                    <a:pt x="512146" y="336550"/>
                  </a:lnTo>
                  <a:lnTo>
                    <a:pt x="576357" y="336550"/>
                  </a:lnTo>
                  <a:lnTo>
                    <a:pt x="587731" y="313690"/>
                  </a:lnTo>
                  <a:lnTo>
                    <a:pt x="592000" y="288290"/>
                  </a:lnTo>
                  <a:lnTo>
                    <a:pt x="585485" y="255270"/>
                  </a:lnTo>
                  <a:lnTo>
                    <a:pt x="575333" y="240030"/>
                  </a:lnTo>
                  <a:close/>
                </a:path>
                <a:path w="766445" h="802639">
                  <a:moveTo>
                    <a:pt x="656402" y="0"/>
                  </a:moveTo>
                  <a:lnTo>
                    <a:pt x="175377" y="0"/>
                  </a:lnTo>
                  <a:lnTo>
                    <a:pt x="132702" y="27939"/>
                  </a:lnTo>
                  <a:lnTo>
                    <a:pt x="129049" y="45719"/>
                  </a:lnTo>
                  <a:lnTo>
                    <a:pt x="129049" y="279399"/>
                  </a:lnTo>
                  <a:lnTo>
                    <a:pt x="162222" y="279400"/>
                  </a:lnTo>
                  <a:lnTo>
                    <a:pt x="162222" y="135889"/>
                  </a:lnTo>
                  <a:lnTo>
                    <a:pt x="702730" y="135890"/>
                  </a:lnTo>
                  <a:lnTo>
                    <a:pt x="702730" y="102870"/>
                  </a:lnTo>
                  <a:lnTo>
                    <a:pt x="162222" y="102869"/>
                  </a:lnTo>
                  <a:lnTo>
                    <a:pt x="162231" y="38099"/>
                  </a:lnTo>
                  <a:lnTo>
                    <a:pt x="168109" y="33019"/>
                  </a:lnTo>
                  <a:lnTo>
                    <a:pt x="700118" y="33020"/>
                  </a:lnTo>
                  <a:lnTo>
                    <a:pt x="699073" y="27940"/>
                  </a:lnTo>
                  <a:lnTo>
                    <a:pt x="689142" y="12700"/>
                  </a:lnTo>
                  <a:lnTo>
                    <a:pt x="674423" y="2540"/>
                  </a:lnTo>
                  <a:lnTo>
                    <a:pt x="656402" y="0"/>
                  </a:lnTo>
                  <a:close/>
                </a:path>
                <a:path w="766445" h="802639">
                  <a:moveTo>
                    <a:pt x="700118" y="33020"/>
                  </a:moveTo>
                  <a:lnTo>
                    <a:pt x="663661" y="33020"/>
                  </a:lnTo>
                  <a:lnTo>
                    <a:pt x="669548" y="38100"/>
                  </a:lnTo>
                  <a:lnTo>
                    <a:pt x="669557" y="102870"/>
                  </a:lnTo>
                  <a:lnTo>
                    <a:pt x="702730" y="102870"/>
                  </a:lnTo>
                  <a:lnTo>
                    <a:pt x="702730" y="45720"/>
                  </a:lnTo>
                  <a:lnTo>
                    <a:pt x="700118" y="33020"/>
                  </a:lnTo>
                  <a:close/>
                </a:path>
                <a:path w="766445" h="802639">
                  <a:moveTo>
                    <a:pt x="208507" y="50800"/>
                  </a:moveTo>
                  <a:lnTo>
                    <a:pt x="190618" y="50800"/>
                  </a:lnTo>
                  <a:lnTo>
                    <a:pt x="183552" y="58420"/>
                  </a:lnTo>
                  <a:lnTo>
                    <a:pt x="183781" y="67310"/>
                  </a:lnTo>
                  <a:lnTo>
                    <a:pt x="183737" y="72390"/>
                  </a:lnTo>
                  <a:lnTo>
                    <a:pt x="185153" y="76200"/>
                  </a:lnTo>
                  <a:lnTo>
                    <a:pt x="187793" y="78740"/>
                  </a:lnTo>
                  <a:lnTo>
                    <a:pt x="190943" y="82550"/>
                  </a:lnTo>
                  <a:lnTo>
                    <a:pt x="195449" y="85090"/>
                  </a:lnTo>
                  <a:lnTo>
                    <a:pt x="209140" y="83820"/>
                  </a:lnTo>
                  <a:lnTo>
                    <a:pt x="216321" y="76200"/>
                  </a:lnTo>
                  <a:lnTo>
                    <a:pt x="216171" y="67310"/>
                  </a:lnTo>
                  <a:lnTo>
                    <a:pt x="215933" y="58420"/>
                  </a:lnTo>
                  <a:lnTo>
                    <a:pt x="208507" y="50800"/>
                  </a:lnTo>
                  <a:close/>
                </a:path>
                <a:path w="766445" h="802639">
                  <a:moveTo>
                    <a:pt x="262007" y="50800"/>
                  </a:moveTo>
                  <a:lnTo>
                    <a:pt x="252926" y="50800"/>
                  </a:lnTo>
                  <a:lnTo>
                    <a:pt x="245658" y="58420"/>
                  </a:lnTo>
                  <a:lnTo>
                    <a:pt x="245464" y="67310"/>
                  </a:lnTo>
                  <a:lnTo>
                    <a:pt x="245429" y="72390"/>
                  </a:lnTo>
                  <a:lnTo>
                    <a:pt x="246854" y="76200"/>
                  </a:lnTo>
                  <a:lnTo>
                    <a:pt x="249494" y="78740"/>
                  </a:lnTo>
                  <a:lnTo>
                    <a:pt x="254710" y="82550"/>
                  </a:lnTo>
                  <a:lnTo>
                    <a:pt x="260780" y="83820"/>
                  </a:lnTo>
                  <a:lnTo>
                    <a:pt x="266965" y="83820"/>
                  </a:lnTo>
                  <a:lnTo>
                    <a:pt x="272522" y="80010"/>
                  </a:lnTo>
                  <a:lnTo>
                    <a:pt x="275998" y="77470"/>
                  </a:lnTo>
                  <a:lnTo>
                    <a:pt x="277942" y="72390"/>
                  </a:lnTo>
                  <a:lnTo>
                    <a:pt x="277872" y="67310"/>
                  </a:lnTo>
                  <a:lnTo>
                    <a:pt x="278259" y="58420"/>
                  </a:lnTo>
                  <a:lnTo>
                    <a:pt x="271475" y="52070"/>
                  </a:lnTo>
                  <a:lnTo>
                    <a:pt x="262007" y="50800"/>
                  </a:lnTo>
                  <a:close/>
                </a:path>
                <a:path w="766445" h="802639">
                  <a:moveTo>
                    <a:pt x="320382" y="50800"/>
                  </a:moveTo>
                  <a:lnTo>
                    <a:pt x="311265" y="50800"/>
                  </a:lnTo>
                  <a:lnTo>
                    <a:pt x="304015" y="58420"/>
                  </a:lnTo>
                  <a:lnTo>
                    <a:pt x="303830" y="67310"/>
                  </a:lnTo>
                  <a:lnTo>
                    <a:pt x="303804" y="72390"/>
                  </a:lnTo>
                  <a:lnTo>
                    <a:pt x="305229" y="76200"/>
                  </a:lnTo>
                  <a:lnTo>
                    <a:pt x="307860" y="78740"/>
                  </a:lnTo>
                  <a:lnTo>
                    <a:pt x="313178" y="82550"/>
                  </a:lnTo>
                  <a:lnTo>
                    <a:pt x="319349" y="83820"/>
                  </a:lnTo>
                  <a:lnTo>
                    <a:pt x="325621" y="83820"/>
                  </a:lnTo>
                  <a:lnTo>
                    <a:pt x="331240" y="80010"/>
                  </a:lnTo>
                  <a:lnTo>
                    <a:pt x="331900" y="80010"/>
                  </a:lnTo>
                  <a:lnTo>
                    <a:pt x="332208" y="78740"/>
                  </a:lnTo>
                  <a:lnTo>
                    <a:pt x="334839" y="76200"/>
                  </a:lnTo>
                  <a:lnTo>
                    <a:pt x="336264" y="72390"/>
                  </a:lnTo>
                  <a:lnTo>
                    <a:pt x="336212" y="67310"/>
                  </a:lnTo>
                  <a:lnTo>
                    <a:pt x="336616" y="58420"/>
                  </a:lnTo>
                  <a:lnTo>
                    <a:pt x="329832" y="52070"/>
                  </a:lnTo>
                  <a:lnTo>
                    <a:pt x="320382" y="50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 descr=""/>
          <p:cNvGrpSpPr/>
          <p:nvPr/>
        </p:nvGrpSpPr>
        <p:grpSpPr>
          <a:xfrm>
            <a:off x="4723510" y="4077208"/>
            <a:ext cx="1948180" cy="1948180"/>
            <a:chOff x="4723510" y="4077208"/>
            <a:chExt cx="1948180" cy="1948180"/>
          </a:xfrm>
        </p:grpSpPr>
        <p:pic>
          <p:nvPicPr>
            <p:cNvPr id="12" name="object 1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18760" y="4172458"/>
              <a:ext cx="1757425" cy="1757299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4818760" y="4172458"/>
              <a:ext cx="1757680" cy="1757680"/>
            </a:xfrm>
            <a:custGeom>
              <a:avLst/>
              <a:gdLst/>
              <a:ahLst/>
              <a:cxnLst/>
              <a:rect l="l" t="t" r="r" b="b"/>
              <a:pathLst>
                <a:path w="1757679" h="1757679">
                  <a:moveTo>
                    <a:pt x="878713" y="0"/>
                  </a:moveTo>
                  <a:lnTo>
                    <a:pt x="830503" y="1299"/>
                  </a:lnTo>
                  <a:lnTo>
                    <a:pt x="782973" y="5154"/>
                  </a:lnTo>
                  <a:lnTo>
                    <a:pt x="736189" y="11498"/>
                  </a:lnTo>
                  <a:lnTo>
                    <a:pt x="690218" y="20262"/>
                  </a:lnTo>
                  <a:lnTo>
                    <a:pt x="645127" y="31381"/>
                  </a:lnTo>
                  <a:lnTo>
                    <a:pt x="600984" y="44787"/>
                  </a:lnTo>
                  <a:lnTo>
                    <a:pt x="557855" y="60413"/>
                  </a:lnTo>
                  <a:lnTo>
                    <a:pt x="515807" y="78193"/>
                  </a:lnTo>
                  <a:lnTo>
                    <a:pt x="474908" y="98059"/>
                  </a:lnTo>
                  <a:lnTo>
                    <a:pt x="435224" y="119944"/>
                  </a:lnTo>
                  <a:lnTo>
                    <a:pt x="396822" y="143782"/>
                  </a:lnTo>
                  <a:lnTo>
                    <a:pt x="359770" y="169505"/>
                  </a:lnTo>
                  <a:lnTo>
                    <a:pt x="324135" y="197047"/>
                  </a:lnTo>
                  <a:lnTo>
                    <a:pt x="289982" y="226340"/>
                  </a:lnTo>
                  <a:lnTo>
                    <a:pt x="257381" y="257317"/>
                  </a:lnTo>
                  <a:lnTo>
                    <a:pt x="226397" y="289913"/>
                  </a:lnTo>
                  <a:lnTo>
                    <a:pt x="197097" y="324058"/>
                  </a:lnTo>
                  <a:lnTo>
                    <a:pt x="169550" y="359688"/>
                  </a:lnTo>
                  <a:lnTo>
                    <a:pt x="143820" y="396734"/>
                  </a:lnTo>
                  <a:lnTo>
                    <a:pt x="119977" y="435130"/>
                  </a:lnTo>
                  <a:lnTo>
                    <a:pt x="98086" y="474808"/>
                  </a:lnTo>
                  <a:lnTo>
                    <a:pt x="78215" y="515702"/>
                  </a:lnTo>
                  <a:lnTo>
                    <a:pt x="60431" y="557745"/>
                  </a:lnTo>
                  <a:lnTo>
                    <a:pt x="44800" y="600870"/>
                  </a:lnTo>
                  <a:lnTo>
                    <a:pt x="31390" y="645010"/>
                  </a:lnTo>
                  <a:lnTo>
                    <a:pt x="20268" y="690097"/>
                  </a:lnTo>
                  <a:lnTo>
                    <a:pt x="11501" y="736065"/>
                  </a:lnTo>
                  <a:lnTo>
                    <a:pt x="5156" y="782847"/>
                  </a:lnTo>
                  <a:lnTo>
                    <a:pt x="1300" y="830376"/>
                  </a:lnTo>
                  <a:lnTo>
                    <a:pt x="0" y="878586"/>
                  </a:lnTo>
                  <a:lnTo>
                    <a:pt x="1300" y="926795"/>
                  </a:lnTo>
                  <a:lnTo>
                    <a:pt x="5156" y="974325"/>
                  </a:lnTo>
                  <a:lnTo>
                    <a:pt x="11501" y="1021109"/>
                  </a:lnTo>
                  <a:lnTo>
                    <a:pt x="20268" y="1067080"/>
                  </a:lnTo>
                  <a:lnTo>
                    <a:pt x="31390" y="1112171"/>
                  </a:lnTo>
                  <a:lnTo>
                    <a:pt x="44800" y="1156314"/>
                  </a:lnTo>
                  <a:lnTo>
                    <a:pt x="60431" y="1199443"/>
                  </a:lnTo>
                  <a:lnTo>
                    <a:pt x="78215" y="1241491"/>
                  </a:lnTo>
                  <a:lnTo>
                    <a:pt x="98086" y="1282390"/>
                  </a:lnTo>
                  <a:lnTo>
                    <a:pt x="119977" y="1322074"/>
                  </a:lnTo>
                  <a:lnTo>
                    <a:pt x="143820" y="1360476"/>
                  </a:lnTo>
                  <a:lnTo>
                    <a:pt x="169550" y="1397528"/>
                  </a:lnTo>
                  <a:lnTo>
                    <a:pt x="197097" y="1433163"/>
                  </a:lnTo>
                  <a:lnTo>
                    <a:pt x="226397" y="1467316"/>
                  </a:lnTo>
                  <a:lnTo>
                    <a:pt x="257381" y="1499917"/>
                  </a:lnTo>
                  <a:lnTo>
                    <a:pt x="289982" y="1530901"/>
                  </a:lnTo>
                  <a:lnTo>
                    <a:pt x="324135" y="1560201"/>
                  </a:lnTo>
                  <a:lnTo>
                    <a:pt x="359770" y="1587748"/>
                  </a:lnTo>
                  <a:lnTo>
                    <a:pt x="396822" y="1613478"/>
                  </a:lnTo>
                  <a:lnTo>
                    <a:pt x="435224" y="1637321"/>
                  </a:lnTo>
                  <a:lnTo>
                    <a:pt x="474908" y="1659212"/>
                  </a:lnTo>
                  <a:lnTo>
                    <a:pt x="515807" y="1679083"/>
                  </a:lnTo>
                  <a:lnTo>
                    <a:pt x="557855" y="1696867"/>
                  </a:lnTo>
                  <a:lnTo>
                    <a:pt x="600984" y="1712498"/>
                  </a:lnTo>
                  <a:lnTo>
                    <a:pt x="645127" y="1725908"/>
                  </a:lnTo>
                  <a:lnTo>
                    <a:pt x="690218" y="1737030"/>
                  </a:lnTo>
                  <a:lnTo>
                    <a:pt x="736189" y="1745797"/>
                  </a:lnTo>
                  <a:lnTo>
                    <a:pt x="782973" y="1752142"/>
                  </a:lnTo>
                  <a:lnTo>
                    <a:pt x="830503" y="1755998"/>
                  </a:lnTo>
                  <a:lnTo>
                    <a:pt x="878713" y="1757299"/>
                  </a:lnTo>
                  <a:lnTo>
                    <a:pt x="926922" y="1755998"/>
                  </a:lnTo>
                  <a:lnTo>
                    <a:pt x="974452" y="1752142"/>
                  </a:lnTo>
                  <a:lnTo>
                    <a:pt x="1021236" y="1745797"/>
                  </a:lnTo>
                  <a:lnTo>
                    <a:pt x="1067207" y="1737030"/>
                  </a:lnTo>
                  <a:lnTo>
                    <a:pt x="1112298" y="1725908"/>
                  </a:lnTo>
                  <a:lnTo>
                    <a:pt x="1156441" y="1712498"/>
                  </a:lnTo>
                  <a:lnTo>
                    <a:pt x="1199570" y="1696867"/>
                  </a:lnTo>
                  <a:lnTo>
                    <a:pt x="1241618" y="1679083"/>
                  </a:lnTo>
                  <a:lnTo>
                    <a:pt x="1282517" y="1659212"/>
                  </a:lnTo>
                  <a:lnTo>
                    <a:pt x="1322201" y="1637321"/>
                  </a:lnTo>
                  <a:lnTo>
                    <a:pt x="1360603" y="1613478"/>
                  </a:lnTo>
                  <a:lnTo>
                    <a:pt x="1397655" y="1587748"/>
                  </a:lnTo>
                  <a:lnTo>
                    <a:pt x="1433290" y="1560201"/>
                  </a:lnTo>
                  <a:lnTo>
                    <a:pt x="1467443" y="1530901"/>
                  </a:lnTo>
                  <a:lnTo>
                    <a:pt x="1500044" y="1499917"/>
                  </a:lnTo>
                  <a:lnTo>
                    <a:pt x="1531028" y="1467316"/>
                  </a:lnTo>
                  <a:lnTo>
                    <a:pt x="1560328" y="1433163"/>
                  </a:lnTo>
                  <a:lnTo>
                    <a:pt x="1587875" y="1397528"/>
                  </a:lnTo>
                  <a:lnTo>
                    <a:pt x="1613605" y="1360476"/>
                  </a:lnTo>
                  <a:lnTo>
                    <a:pt x="1637448" y="1322074"/>
                  </a:lnTo>
                  <a:lnTo>
                    <a:pt x="1659339" y="1282390"/>
                  </a:lnTo>
                  <a:lnTo>
                    <a:pt x="1679210" y="1241491"/>
                  </a:lnTo>
                  <a:lnTo>
                    <a:pt x="1696994" y="1199443"/>
                  </a:lnTo>
                  <a:lnTo>
                    <a:pt x="1712625" y="1156314"/>
                  </a:lnTo>
                  <a:lnTo>
                    <a:pt x="1726035" y="1112171"/>
                  </a:lnTo>
                  <a:lnTo>
                    <a:pt x="1737157" y="1067080"/>
                  </a:lnTo>
                  <a:lnTo>
                    <a:pt x="1745924" y="1021109"/>
                  </a:lnTo>
                  <a:lnTo>
                    <a:pt x="1752269" y="974325"/>
                  </a:lnTo>
                  <a:lnTo>
                    <a:pt x="1756125" y="926795"/>
                  </a:lnTo>
                  <a:lnTo>
                    <a:pt x="1757425" y="878586"/>
                  </a:lnTo>
                  <a:lnTo>
                    <a:pt x="1756125" y="830376"/>
                  </a:lnTo>
                  <a:lnTo>
                    <a:pt x="1752269" y="782847"/>
                  </a:lnTo>
                  <a:lnTo>
                    <a:pt x="1745924" y="736065"/>
                  </a:lnTo>
                  <a:lnTo>
                    <a:pt x="1737157" y="690097"/>
                  </a:lnTo>
                  <a:lnTo>
                    <a:pt x="1726035" y="645010"/>
                  </a:lnTo>
                  <a:lnTo>
                    <a:pt x="1712625" y="600870"/>
                  </a:lnTo>
                  <a:lnTo>
                    <a:pt x="1696994" y="557745"/>
                  </a:lnTo>
                  <a:lnTo>
                    <a:pt x="1679210" y="515702"/>
                  </a:lnTo>
                  <a:lnTo>
                    <a:pt x="1659339" y="474808"/>
                  </a:lnTo>
                  <a:lnTo>
                    <a:pt x="1637448" y="435130"/>
                  </a:lnTo>
                  <a:lnTo>
                    <a:pt x="1613605" y="396734"/>
                  </a:lnTo>
                  <a:lnTo>
                    <a:pt x="1587875" y="359688"/>
                  </a:lnTo>
                  <a:lnTo>
                    <a:pt x="1560328" y="324058"/>
                  </a:lnTo>
                  <a:lnTo>
                    <a:pt x="1531028" y="289913"/>
                  </a:lnTo>
                  <a:lnTo>
                    <a:pt x="1500044" y="257317"/>
                  </a:lnTo>
                  <a:lnTo>
                    <a:pt x="1467443" y="226340"/>
                  </a:lnTo>
                  <a:lnTo>
                    <a:pt x="1433290" y="197047"/>
                  </a:lnTo>
                  <a:lnTo>
                    <a:pt x="1397655" y="169505"/>
                  </a:lnTo>
                  <a:lnTo>
                    <a:pt x="1360603" y="143782"/>
                  </a:lnTo>
                  <a:lnTo>
                    <a:pt x="1322201" y="119944"/>
                  </a:lnTo>
                  <a:lnTo>
                    <a:pt x="1282517" y="98059"/>
                  </a:lnTo>
                  <a:lnTo>
                    <a:pt x="1241618" y="78193"/>
                  </a:lnTo>
                  <a:lnTo>
                    <a:pt x="1199570" y="60413"/>
                  </a:lnTo>
                  <a:lnTo>
                    <a:pt x="1156441" y="44787"/>
                  </a:lnTo>
                  <a:lnTo>
                    <a:pt x="1112298" y="31381"/>
                  </a:lnTo>
                  <a:lnTo>
                    <a:pt x="1067207" y="20262"/>
                  </a:lnTo>
                  <a:lnTo>
                    <a:pt x="1021236" y="11498"/>
                  </a:lnTo>
                  <a:lnTo>
                    <a:pt x="974452" y="5154"/>
                  </a:lnTo>
                  <a:lnTo>
                    <a:pt x="926922" y="1299"/>
                  </a:lnTo>
                  <a:lnTo>
                    <a:pt x="878713" y="0"/>
                  </a:lnTo>
                  <a:close/>
                </a:path>
              </a:pathLst>
            </a:custGeom>
            <a:ln w="190500">
              <a:solidFill>
                <a:srgbClr val="04001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4" name="object 14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920483" y="4786248"/>
            <a:ext cx="3460114" cy="565403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226106" y="4625845"/>
            <a:ext cx="941663" cy="852170"/>
          </a:xfrm>
          <a:prstGeom prst="rect">
            <a:avLst/>
          </a:prstGeom>
        </p:spPr>
      </p:pic>
      <p:grpSp>
        <p:nvGrpSpPr>
          <p:cNvPr id="16" name="object 16" descr=""/>
          <p:cNvGrpSpPr/>
          <p:nvPr/>
        </p:nvGrpSpPr>
        <p:grpSpPr>
          <a:xfrm>
            <a:off x="4723510" y="5981319"/>
            <a:ext cx="1948180" cy="1948180"/>
            <a:chOff x="4723510" y="5981319"/>
            <a:chExt cx="1948180" cy="1948180"/>
          </a:xfrm>
        </p:grpSpPr>
        <p:pic>
          <p:nvPicPr>
            <p:cNvPr id="17" name="object 1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818760" y="6076569"/>
              <a:ext cx="1757425" cy="1757298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4818760" y="6076569"/>
              <a:ext cx="1757680" cy="1757680"/>
            </a:xfrm>
            <a:custGeom>
              <a:avLst/>
              <a:gdLst/>
              <a:ahLst/>
              <a:cxnLst/>
              <a:rect l="l" t="t" r="r" b="b"/>
              <a:pathLst>
                <a:path w="1757679" h="1757679">
                  <a:moveTo>
                    <a:pt x="878713" y="0"/>
                  </a:moveTo>
                  <a:lnTo>
                    <a:pt x="830503" y="1300"/>
                  </a:lnTo>
                  <a:lnTo>
                    <a:pt x="782973" y="5156"/>
                  </a:lnTo>
                  <a:lnTo>
                    <a:pt x="736189" y="11501"/>
                  </a:lnTo>
                  <a:lnTo>
                    <a:pt x="690218" y="20268"/>
                  </a:lnTo>
                  <a:lnTo>
                    <a:pt x="645127" y="31390"/>
                  </a:lnTo>
                  <a:lnTo>
                    <a:pt x="600984" y="44800"/>
                  </a:lnTo>
                  <a:lnTo>
                    <a:pt x="557855" y="60431"/>
                  </a:lnTo>
                  <a:lnTo>
                    <a:pt x="515807" y="78215"/>
                  </a:lnTo>
                  <a:lnTo>
                    <a:pt x="474908" y="98086"/>
                  </a:lnTo>
                  <a:lnTo>
                    <a:pt x="435224" y="119977"/>
                  </a:lnTo>
                  <a:lnTo>
                    <a:pt x="396822" y="143820"/>
                  </a:lnTo>
                  <a:lnTo>
                    <a:pt x="359770" y="169550"/>
                  </a:lnTo>
                  <a:lnTo>
                    <a:pt x="324135" y="197097"/>
                  </a:lnTo>
                  <a:lnTo>
                    <a:pt x="289982" y="226397"/>
                  </a:lnTo>
                  <a:lnTo>
                    <a:pt x="257381" y="257381"/>
                  </a:lnTo>
                  <a:lnTo>
                    <a:pt x="226397" y="289982"/>
                  </a:lnTo>
                  <a:lnTo>
                    <a:pt x="197097" y="324135"/>
                  </a:lnTo>
                  <a:lnTo>
                    <a:pt x="169550" y="359770"/>
                  </a:lnTo>
                  <a:lnTo>
                    <a:pt x="143820" y="396822"/>
                  </a:lnTo>
                  <a:lnTo>
                    <a:pt x="119977" y="435224"/>
                  </a:lnTo>
                  <a:lnTo>
                    <a:pt x="98086" y="474908"/>
                  </a:lnTo>
                  <a:lnTo>
                    <a:pt x="78215" y="515807"/>
                  </a:lnTo>
                  <a:lnTo>
                    <a:pt x="60431" y="557855"/>
                  </a:lnTo>
                  <a:lnTo>
                    <a:pt x="44800" y="600984"/>
                  </a:lnTo>
                  <a:lnTo>
                    <a:pt x="31390" y="645127"/>
                  </a:lnTo>
                  <a:lnTo>
                    <a:pt x="20268" y="690218"/>
                  </a:lnTo>
                  <a:lnTo>
                    <a:pt x="11501" y="736189"/>
                  </a:lnTo>
                  <a:lnTo>
                    <a:pt x="5156" y="782973"/>
                  </a:lnTo>
                  <a:lnTo>
                    <a:pt x="1300" y="830503"/>
                  </a:lnTo>
                  <a:lnTo>
                    <a:pt x="0" y="878713"/>
                  </a:lnTo>
                  <a:lnTo>
                    <a:pt x="1300" y="926922"/>
                  </a:lnTo>
                  <a:lnTo>
                    <a:pt x="5156" y="974451"/>
                  </a:lnTo>
                  <a:lnTo>
                    <a:pt x="11501" y="1021233"/>
                  </a:lnTo>
                  <a:lnTo>
                    <a:pt x="20268" y="1067201"/>
                  </a:lnTo>
                  <a:lnTo>
                    <a:pt x="31390" y="1112288"/>
                  </a:lnTo>
                  <a:lnTo>
                    <a:pt x="44800" y="1156428"/>
                  </a:lnTo>
                  <a:lnTo>
                    <a:pt x="60431" y="1199553"/>
                  </a:lnTo>
                  <a:lnTo>
                    <a:pt x="78215" y="1241596"/>
                  </a:lnTo>
                  <a:lnTo>
                    <a:pt x="98086" y="1282490"/>
                  </a:lnTo>
                  <a:lnTo>
                    <a:pt x="119977" y="1322168"/>
                  </a:lnTo>
                  <a:lnTo>
                    <a:pt x="143820" y="1360564"/>
                  </a:lnTo>
                  <a:lnTo>
                    <a:pt x="169550" y="1397610"/>
                  </a:lnTo>
                  <a:lnTo>
                    <a:pt x="197097" y="1433240"/>
                  </a:lnTo>
                  <a:lnTo>
                    <a:pt x="226397" y="1467385"/>
                  </a:lnTo>
                  <a:lnTo>
                    <a:pt x="257381" y="1499981"/>
                  </a:lnTo>
                  <a:lnTo>
                    <a:pt x="289982" y="1530958"/>
                  </a:lnTo>
                  <a:lnTo>
                    <a:pt x="324135" y="1560251"/>
                  </a:lnTo>
                  <a:lnTo>
                    <a:pt x="359770" y="1587793"/>
                  </a:lnTo>
                  <a:lnTo>
                    <a:pt x="396822" y="1613516"/>
                  </a:lnTo>
                  <a:lnTo>
                    <a:pt x="435224" y="1637354"/>
                  </a:lnTo>
                  <a:lnTo>
                    <a:pt x="474908" y="1659239"/>
                  </a:lnTo>
                  <a:lnTo>
                    <a:pt x="515807" y="1679105"/>
                  </a:lnTo>
                  <a:lnTo>
                    <a:pt x="557855" y="1696885"/>
                  </a:lnTo>
                  <a:lnTo>
                    <a:pt x="600984" y="1712511"/>
                  </a:lnTo>
                  <a:lnTo>
                    <a:pt x="645127" y="1725917"/>
                  </a:lnTo>
                  <a:lnTo>
                    <a:pt x="690218" y="1737036"/>
                  </a:lnTo>
                  <a:lnTo>
                    <a:pt x="736189" y="1745800"/>
                  </a:lnTo>
                  <a:lnTo>
                    <a:pt x="782973" y="1752144"/>
                  </a:lnTo>
                  <a:lnTo>
                    <a:pt x="830503" y="1755999"/>
                  </a:lnTo>
                  <a:lnTo>
                    <a:pt x="878713" y="1757298"/>
                  </a:lnTo>
                  <a:lnTo>
                    <a:pt x="926922" y="1755999"/>
                  </a:lnTo>
                  <a:lnTo>
                    <a:pt x="974452" y="1752144"/>
                  </a:lnTo>
                  <a:lnTo>
                    <a:pt x="1021236" y="1745800"/>
                  </a:lnTo>
                  <a:lnTo>
                    <a:pt x="1067207" y="1737036"/>
                  </a:lnTo>
                  <a:lnTo>
                    <a:pt x="1112298" y="1725917"/>
                  </a:lnTo>
                  <a:lnTo>
                    <a:pt x="1156441" y="1712511"/>
                  </a:lnTo>
                  <a:lnTo>
                    <a:pt x="1199570" y="1696885"/>
                  </a:lnTo>
                  <a:lnTo>
                    <a:pt x="1241618" y="1679105"/>
                  </a:lnTo>
                  <a:lnTo>
                    <a:pt x="1282517" y="1659239"/>
                  </a:lnTo>
                  <a:lnTo>
                    <a:pt x="1322201" y="1637354"/>
                  </a:lnTo>
                  <a:lnTo>
                    <a:pt x="1360603" y="1613516"/>
                  </a:lnTo>
                  <a:lnTo>
                    <a:pt x="1397655" y="1587793"/>
                  </a:lnTo>
                  <a:lnTo>
                    <a:pt x="1433290" y="1560251"/>
                  </a:lnTo>
                  <a:lnTo>
                    <a:pt x="1467443" y="1530958"/>
                  </a:lnTo>
                  <a:lnTo>
                    <a:pt x="1500044" y="1499981"/>
                  </a:lnTo>
                  <a:lnTo>
                    <a:pt x="1531028" y="1467385"/>
                  </a:lnTo>
                  <a:lnTo>
                    <a:pt x="1560328" y="1433240"/>
                  </a:lnTo>
                  <a:lnTo>
                    <a:pt x="1587875" y="1397610"/>
                  </a:lnTo>
                  <a:lnTo>
                    <a:pt x="1613605" y="1360564"/>
                  </a:lnTo>
                  <a:lnTo>
                    <a:pt x="1637448" y="1322168"/>
                  </a:lnTo>
                  <a:lnTo>
                    <a:pt x="1659339" y="1282490"/>
                  </a:lnTo>
                  <a:lnTo>
                    <a:pt x="1679210" y="1241596"/>
                  </a:lnTo>
                  <a:lnTo>
                    <a:pt x="1696994" y="1199553"/>
                  </a:lnTo>
                  <a:lnTo>
                    <a:pt x="1712625" y="1156428"/>
                  </a:lnTo>
                  <a:lnTo>
                    <a:pt x="1726035" y="1112288"/>
                  </a:lnTo>
                  <a:lnTo>
                    <a:pt x="1737157" y="1067201"/>
                  </a:lnTo>
                  <a:lnTo>
                    <a:pt x="1745924" y="1021233"/>
                  </a:lnTo>
                  <a:lnTo>
                    <a:pt x="1752269" y="974451"/>
                  </a:lnTo>
                  <a:lnTo>
                    <a:pt x="1756125" y="926922"/>
                  </a:lnTo>
                  <a:lnTo>
                    <a:pt x="1757425" y="878713"/>
                  </a:lnTo>
                  <a:lnTo>
                    <a:pt x="1756125" y="830503"/>
                  </a:lnTo>
                  <a:lnTo>
                    <a:pt x="1752269" y="782973"/>
                  </a:lnTo>
                  <a:lnTo>
                    <a:pt x="1745924" y="736189"/>
                  </a:lnTo>
                  <a:lnTo>
                    <a:pt x="1737157" y="690218"/>
                  </a:lnTo>
                  <a:lnTo>
                    <a:pt x="1726035" y="645127"/>
                  </a:lnTo>
                  <a:lnTo>
                    <a:pt x="1712625" y="600984"/>
                  </a:lnTo>
                  <a:lnTo>
                    <a:pt x="1696994" y="557855"/>
                  </a:lnTo>
                  <a:lnTo>
                    <a:pt x="1679210" y="515807"/>
                  </a:lnTo>
                  <a:lnTo>
                    <a:pt x="1659339" y="474908"/>
                  </a:lnTo>
                  <a:lnTo>
                    <a:pt x="1637448" y="435224"/>
                  </a:lnTo>
                  <a:lnTo>
                    <a:pt x="1613605" y="396822"/>
                  </a:lnTo>
                  <a:lnTo>
                    <a:pt x="1587875" y="359770"/>
                  </a:lnTo>
                  <a:lnTo>
                    <a:pt x="1560328" y="324135"/>
                  </a:lnTo>
                  <a:lnTo>
                    <a:pt x="1531028" y="289982"/>
                  </a:lnTo>
                  <a:lnTo>
                    <a:pt x="1500044" y="257381"/>
                  </a:lnTo>
                  <a:lnTo>
                    <a:pt x="1467443" y="226397"/>
                  </a:lnTo>
                  <a:lnTo>
                    <a:pt x="1433290" y="197097"/>
                  </a:lnTo>
                  <a:lnTo>
                    <a:pt x="1397655" y="169550"/>
                  </a:lnTo>
                  <a:lnTo>
                    <a:pt x="1360603" y="143820"/>
                  </a:lnTo>
                  <a:lnTo>
                    <a:pt x="1322201" y="119977"/>
                  </a:lnTo>
                  <a:lnTo>
                    <a:pt x="1282517" y="98086"/>
                  </a:lnTo>
                  <a:lnTo>
                    <a:pt x="1241618" y="78215"/>
                  </a:lnTo>
                  <a:lnTo>
                    <a:pt x="1199570" y="60431"/>
                  </a:lnTo>
                  <a:lnTo>
                    <a:pt x="1156441" y="44800"/>
                  </a:lnTo>
                  <a:lnTo>
                    <a:pt x="1112298" y="31390"/>
                  </a:lnTo>
                  <a:lnTo>
                    <a:pt x="1067207" y="20268"/>
                  </a:lnTo>
                  <a:lnTo>
                    <a:pt x="1021236" y="11501"/>
                  </a:lnTo>
                  <a:lnTo>
                    <a:pt x="974452" y="5156"/>
                  </a:lnTo>
                  <a:lnTo>
                    <a:pt x="926922" y="1300"/>
                  </a:lnTo>
                  <a:lnTo>
                    <a:pt x="878713" y="0"/>
                  </a:lnTo>
                  <a:close/>
                </a:path>
              </a:pathLst>
            </a:custGeom>
            <a:ln w="190500">
              <a:solidFill>
                <a:srgbClr val="04001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5351979" y="6448129"/>
              <a:ext cx="721995" cy="1049020"/>
            </a:xfrm>
            <a:custGeom>
              <a:avLst/>
              <a:gdLst/>
              <a:ahLst/>
              <a:cxnLst/>
              <a:rect l="l" t="t" r="r" b="b"/>
              <a:pathLst>
                <a:path w="721995" h="1049020">
                  <a:moveTo>
                    <a:pt x="176400" y="939799"/>
                  </a:moveTo>
                  <a:lnTo>
                    <a:pt x="136713" y="939799"/>
                  </a:lnTo>
                  <a:lnTo>
                    <a:pt x="199743" y="1041399"/>
                  </a:lnTo>
                  <a:lnTo>
                    <a:pt x="216648" y="1049019"/>
                  </a:lnTo>
                  <a:lnTo>
                    <a:pt x="222919" y="1047749"/>
                  </a:lnTo>
                  <a:lnTo>
                    <a:pt x="226283" y="1045209"/>
                  </a:lnTo>
                  <a:lnTo>
                    <a:pt x="228642" y="1042669"/>
                  </a:lnTo>
                  <a:lnTo>
                    <a:pt x="229887" y="1038859"/>
                  </a:lnTo>
                  <a:lnTo>
                    <a:pt x="247018" y="995679"/>
                  </a:lnTo>
                  <a:lnTo>
                    <a:pt x="210728" y="995679"/>
                  </a:lnTo>
                  <a:lnTo>
                    <a:pt x="176400" y="939799"/>
                  </a:lnTo>
                  <a:close/>
                </a:path>
                <a:path w="721995" h="1049020">
                  <a:moveTo>
                    <a:pt x="437583" y="811529"/>
                  </a:moveTo>
                  <a:lnTo>
                    <a:pt x="401335" y="811529"/>
                  </a:lnTo>
                  <a:lnTo>
                    <a:pt x="491525" y="1038860"/>
                  </a:lnTo>
                  <a:lnTo>
                    <a:pt x="492792" y="1042670"/>
                  </a:lnTo>
                  <a:lnTo>
                    <a:pt x="495173" y="1045210"/>
                  </a:lnTo>
                  <a:lnTo>
                    <a:pt x="498493" y="1047750"/>
                  </a:lnTo>
                  <a:lnTo>
                    <a:pt x="504766" y="1049020"/>
                  </a:lnTo>
                  <a:lnTo>
                    <a:pt x="511220" y="1049020"/>
                  </a:lnTo>
                  <a:lnTo>
                    <a:pt x="517105" y="1046480"/>
                  </a:lnTo>
                  <a:lnTo>
                    <a:pt x="521669" y="1041400"/>
                  </a:lnTo>
                  <a:lnTo>
                    <a:pt x="550017" y="995680"/>
                  </a:lnTo>
                  <a:lnTo>
                    <a:pt x="510638" y="995680"/>
                  </a:lnTo>
                  <a:lnTo>
                    <a:pt x="437583" y="811529"/>
                  </a:lnTo>
                  <a:close/>
                </a:path>
                <a:path w="721995" h="1049020">
                  <a:moveTo>
                    <a:pt x="190656" y="732789"/>
                  </a:moveTo>
                  <a:lnTo>
                    <a:pt x="122713" y="732789"/>
                  </a:lnTo>
                  <a:lnTo>
                    <a:pt x="159819" y="755649"/>
                  </a:lnTo>
                  <a:lnTo>
                    <a:pt x="200257" y="774699"/>
                  </a:lnTo>
                  <a:lnTo>
                    <a:pt x="243068" y="789939"/>
                  </a:lnTo>
                  <a:lnTo>
                    <a:pt x="287291" y="802639"/>
                  </a:lnTo>
                  <a:lnTo>
                    <a:pt x="210728" y="995679"/>
                  </a:lnTo>
                  <a:lnTo>
                    <a:pt x="247018" y="995679"/>
                  </a:lnTo>
                  <a:lnTo>
                    <a:pt x="320078" y="811529"/>
                  </a:lnTo>
                  <a:lnTo>
                    <a:pt x="437583" y="811529"/>
                  </a:lnTo>
                  <a:lnTo>
                    <a:pt x="434056" y="802639"/>
                  </a:lnTo>
                  <a:lnTo>
                    <a:pt x="478271" y="789940"/>
                  </a:lnTo>
                  <a:lnTo>
                    <a:pt x="485407" y="787400"/>
                  </a:lnTo>
                  <a:lnTo>
                    <a:pt x="360663" y="787399"/>
                  </a:lnTo>
                  <a:lnTo>
                    <a:pt x="352328" y="784859"/>
                  </a:lnTo>
                  <a:lnTo>
                    <a:pt x="328946" y="778509"/>
                  </a:lnTo>
                  <a:lnTo>
                    <a:pt x="284859" y="767079"/>
                  </a:lnTo>
                  <a:lnTo>
                    <a:pt x="241587" y="753109"/>
                  </a:lnTo>
                  <a:lnTo>
                    <a:pt x="200236" y="737869"/>
                  </a:lnTo>
                  <a:lnTo>
                    <a:pt x="190656" y="732789"/>
                  </a:lnTo>
                  <a:close/>
                </a:path>
                <a:path w="721995" h="1049020">
                  <a:moveTo>
                    <a:pt x="573569" y="901700"/>
                  </a:moveTo>
                  <a:lnTo>
                    <a:pt x="565771" y="905510"/>
                  </a:lnTo>
                  <a:lnTo>
                    <a:pt x="562123" y="911860"/>
                  </a:lnTo>
                  <a:lnTo>
                    <a:pt x="510638" y="995680"/>
                  </a:lnTo>
                  <a:lnTo>
                    <a:pt x="550017" y="995680"/>
                  </a:lnTo>
                  <a:lnTo>
                    <a:pt x="584665" y="939800"/>
                  </a:lnTo>
                  <a:lnTo>
                    <a:pt x="716689" y="939800"/>
                  </a:lnTo>
                  <a:lnTo>
                    <a:pt x="712673" y="929640"/>
                  </a:lnTo>
                  <a:lnTo>
                    <a:pt x="676516" y="929640"/>
                  </a:lnTo>
                  <a:lnTo>
                    <a:pt x="581214" y="904240"/>
                  </a:lnTo>
                  <a:lnTo>
                    <a:pt x="573569" y="901700"/>
                  </a:lnTo>
                  <a:close/>
                </a:path>
                <a:path w="721995" h="1049020">
                  <a:moveTo>
                    <a:pt x="365075" y="0"/>
                  </a:moveTo>
                  <a:lnTo>
                    <a:pt x="356272" y="0"/>
                  </a:lnTo>
                  <a:lnTo>
                    <a:pt x="353672" y="1269"/>
                  </a:lnTo>
                  <a:lnTo>
                    <a:pt x="351903" y="2539"/>
                  </a:lnTo>
                  <a:lnTo>
                    <a:pt x="350287" y="3809"/>
                  </a:lnTo>
                  <a:lnTo>
                    <a:pt x="348627" y="5079"/>
                  </a:lnTo>
                  <a:lnTo>
                    <a:pt x="297530" y="46989"/>
                  </a:lnTo>
                  <a:lnTo>
                    <a:pt x="262756" y="66039"/>
                  </a:lnTo>
                  <a:lnTo>
                    <a:pt x="223793" y="85089"/>
                  </a:lnTo>
                  <a:lnTo>
                    <a:pt x="174214" y="104139"/>
                  </a:lnTo>
                  <a:lnTo>
                    <a:pt x="124408" y="119379"/>
                  </a:lnTo>
                  <a:lnTo>
                    <a:pt x="77284" y="130809"/>
                  </a:lnTo>
                  <a:lnTo>
                    <a:pt x="35746" y="138429"/>
                  </a:lnTo>
                  <a:lnTo>
                    <a:pt x="27068" y="139699"/>
                  </a:lnTo>
                  <a:lnTo>
                    <a:pt x="20644" y="146049"/>
                  </a:lnTo>
                  <a:lnTo>
                    <a:pt x="20618" y="510539"/>
                  </a:lnTo>
                  <a:lnTo>
                    <a:pt x="27577" y="576579"/>
                  </a:lnTo>
                  <a:lnTo>
                    <a:pt x="43028" y="631189"/>
                  </a:lnTo>
                  <a:lnTo>
                    <a:pt x="66040" y="674369"/>
                  </a:lnTo>
                  <a:lnTo>
                    <a:pt x="95551" y="709929"/>
                  </a:lnTo>
                  <a:lnTo>
                    <a:pt x="1190" y="948689"/>
                  </a:lnTo>
                  <a:lnTo>
                    <a:pt x="21116" y="971549"/>
                  </a:lnTo>
                  <a:lnTo>
                    <a:pt x="136713" y="939799"/>
                  </a:lnTo>
                  <a:lnTo>
                    <a:pt x="176400" y="939799"/>
                  </a:lnTo>
                  <a:lnTo>
                    <a:pt x="170158" y="929639"/>
                  </a:lnTo>
                  <a:lnTo>
                    <a:pt x="44844" y="929639"/>
                  </a:lnTo>
                  <a:lnTo>
                    <a:pt x="122713" y="732789"/>
                  </a:lnTo>
                  <a:lnTo>
                    <a:pt x="190656" y="732789"/>
                  </a:lnTo>
                  <a:lnTo>
                    <a:pt x="161913" y="717549"/>
                  </a:lnTo>
                  <a:lnTo>
                    <a:pt x="127722" y="692149"/>
                  </a:lnTo>
                  <a:lnTo>
                    <a:pt x="98771" y="660399"/>
                  </a:lnTo>
                  <a:lnTo>
                    <a:pt x="76165" y="619759"/>
                  </a:lnTo>
                  <a:lnTo>
                    <a:pt x="61010" y="570229"/>
                  </a:lnTo>
                  <a:lnTo>
                    <a:pt x="54414" y="510539"/>
                  </a:lnTo>
                  <a:lnTo>
                    <a:pt x="54440" y="170179"/>
                  </a:lnTo>
                  <a:lnTo>
                    <a:pt x="96334" y="161289"/>
                  </a:lnTo>
                  <a:lnTo>
                    <a:pt x="142260" y="149859"/>
                  </a:lnTo>
                  <a:lnTo>
                    <a:pt x="189918" y="134619"/>
                  </a:lnTo>
                  <a:lnTo>
                    <a:pt x="237008" y="115569"/>
                  </a:lnTo>
                  <a:lnTo>
                    <a:pt x="273426" y="99059"/>
                  </a:lnTo>
                  <a:lnTo>
                    <a:pt x="336433" y="62229"/>
                  </a:lnTo>
                  <a:lnTo>
                    <a:pt x="360662" y="41909"/>
                  </a:lnTo>
                  <a:lnTo>
                    <a:pt x="416631" y="41910"/>
                  </a:lnTo>
                  <a:lnTo>
                    <a:pt x="395033" y="26670"/>
                  </a:lnTo>
                  <a:lnTo>
                    <a:pt x="373987" y="6350"/>
                  </a:lnTo>
                  <a:lnTo>
                    <a:pt x="372501" y="5080"/>
                  </a:lnTo>
                  <a:lnTo>
                    <a:pt x="371082" y="3810"/>
                  </a:lnTo>
                  <a:lnTo>
                    <a:pt x="369421" y="2540"/>
                  </a:lnTo>
                  <a:lnTo>
                    <a:pt x="367172" y="1270"/>
                  </a:lnTo>
                  <a:lnTo>
                    <a:pt x="365075" y="0"/>
                  </a:lnTo>
                  <a:close/>
                </a:path>
                <a:path w="721995" h="1049020">
                  <a:moveTo>
                    <a:pt x="716689" y="939800"/>
                  </a:moveTo>
                  <a:lnTo>
                    <a:pt x="584665" y="939800"/>
                  </a:lnTo>
                  <a:lnTo>
                    <a:pt x="703602" y="971550"/>
                  </a:lnTo>
                  <a:lnTo>
                    <a:pt x="707271" y="971550"/>
                  </a:lnTo>
                  <a:lnTo>
                    <a:pt x="710744" y="970280"/>
                  </a:lnTo>
                  <a:lnTo>
                    <a:pt x="716350" y="966470"/>
                  </a:lnTo>
                  <a:lnTo>
                    <a:pt x="719995" y="961390"/>
                  </a:lnTo>
                  <a:lnTo>
                    <a:pt x="721378" y="955040"/>
                  </a:lnTo>
                  <a:lnTo>
                    <a:pt x="720202" y="948690"/>
                  </a:lnTo>
                  <a:lnTo>
                    <a:pt x="716689" y="939800"/>
                  </a:lnTo>
                  <a:close/>
                </a:path>
                <a:path w="721995" h="1049020">
                  <a:moveTo>
                    <a:pt x="147778" y="901699"/>
                  </a:moveTo>
                  <a:lnTo>
                    <a:pt x="140149" y="904239"/>
                  </a:lnTo>
                  <a:lnTo>
                    <a:pt x="44844" y="929639"/>
                  </a:lnTo>
                  <a:lnTo>
                    <a:pt x="170158" y="929639"/>
                  </a:lnTo>
                  <a:lnTo>
                    <a:pt x="159235" y="911859"/>
                  </a:lnTo>
                  <a:lnTo>
                    <a:pt x="155592" y="905509"/>
                  </a:lnTo>
                  <a:lnTo>
                    <a:pt x="147778" y="901699"/>
                  </a:lnTo>
                  <a:close/>
                </a:path>
                <a:path w="721995" h="1049020">
                  <a:moveTo>
                    <a:pt x="634874" y="732790"/>
                  </a:moveTo>
                  <a:lnTo>
                    <a:pt x="598666" y="732790"/>
                  </a:lnTo>
                  <a:lnTo>
                    <a:pt x="676516" y="929640"/>
                  </a:lnTo>
                  <a:lnTo>
                    <a:pt x="712673" y="929640"/>
                  </a:lnTo>
                  <a:lnTo>
                    <a:pt x="634874" y="732790"/>
                  </a:lnTo>
                  <a:close/>
                </a:path>
                <a:path w="721995" h="1049020">
                  <a:moveTo>
                    <a:pt x="401029" y="811529"/>
                  </a:moveTo>
                  <a:lnTo>
                    <a:pt x="320078" y="811529"/>
                  </a:lnTo>
                  <a:lnTo>
                    <a:pt x="329867" y="814069"/>
                  </a:lnTo>
                  <a:lnTo>
                    <a:pt x="347977" y="819149"/>
                  </a:lnTo>
                  <a:lnTo>
                    <a:pt x="359330" y="821689"/>
                  </a:lnTo>
                  <a:lnTo>
                    <a:pt x="362454" y="821689"/>
                  </a:lnTo>
                  <a:lnTo>
                    <a:pt x="373577" y="819149"/>
                  </a:lnTo>
                  <a:lnTo>
                    <a:pt x="382405" y="816609"/>
                  </a:lnTo>
                  <a:lnTo>
                    <a:pt x="401029" y="811529"/>
                  </a:lnTo>
                  <a:close/>
                </a:path>
                <a:path w="721995" h="1049020">
                  <a:moveTo>
                    <a:pt x="416631" y="41910"/>
                  </a:moveTo>
                  <a:lnTo>
                    <a:pt x="360662" y="41909"/>
                  </a:lnTo>
                  <a:lnTo>
                    <a:pt x="384901" y="62230"/>
                  </a:lnTo>
                  <a:lnTo>
                    <a:pt x="414375" y="81280"/>
                  </a:lnTo>
                  <a:lnTo>
                    <a:pt x="484339" y="115570"/>
                  </a:lnTo>
                  <a:lnTo>
                    <a:pt x="531424" y="134620"/>
                  </a:lnTo>
                  <a:lnTo>
                    <a:pt x="579078" y="149860"/>
                  </a:lnTo>
                  <a:lnTo>
                    <a:pt x="625004" y="161290"/>
                  </a:lnTo>
                  <a:lnTo>
                    <a:pt x="666905" y="170180"/>
                  </a:lnTo>
                  <a:lnTo>
                    <a:pt x="666948" y="510540"/>
                  </a:lnTo>
                  <a:lnTo>
                    <a:pt x="660466" y="570230"/>
                  </a:lnTo>
                  <a:lnTo>
                    <a:pt x="645385" y="619760"/>
                  </a:lnTo>
                  <a:lnTo>
                    <a:pt x="622816" y="659130"/>
                  </a:lnTo>
                  <a:lnTo>
                    <a:pt x="593872" y="692150"/>
                  </a:lnTo>
                  <a:lnTo>
                    <a:pt x="559662" y="717550"/>
                  </a:lnTo>
                  <a:lnTo>
                    <a:pt x="521299" y="736600"/>
                  </a:lnTo>
                  <a:lnTo>
                    <a:pt x="479894" y="753110"/>
                  </a:lnTo>
                  <a:lnTo>
                    <a:pt x="436557" y="767079"/>
                  </a:lnTo>
                  <a:lnTo>
                    <a:pt x="392401" y="778509"/>
                  </a:lnTo>
                  <a:lnTo>
                    <a:pt x="369010" y="784859"/>
                  </a:lnTo>
                  <a:lnTo>
                    <a:pt x="360663" y="787399"/>
                  </a:lnTo>
                  <a:lnTo>
                    <a:pt x="485407" y="787400"/>
                  </a:lnTo>
                  <a:lnTo>
                    <a:pt x="521088" y="774700"/>
                  </a:lnTo>
                  <a:lnTo>
                    <a:pt x="561541" y="755650"/>
                  </a:lnTo>
                  <a:lnTo>
                    <a:pt x="598666" y="732790"/>
                  </a:lnTo>
                  <a:lnTo>
                    <a:pt x="634874" y="732790"/>
                  </a:lnTo>
                  <a:lnTo>
                    <a:pt x="625839" y="709930"/>
                  </a:lnTo>
                  <a:lnTo>
                    <a:pt x="655511" y="674370"/>
                  </a:lnTo>
                  <a:lnTo>
                    <a:pt x="678602" y="629920"/>
                  </a:lnTo>
                  <a:lnTo>
                    <a:pt x="694025" y="576580"/>
                  </a:lnTo>
                  <a:lnTo>
                    <a:pt x="700696" y="510540"/>
                  </a:lnTo>
                  <a:lnTo>
                    <a:pt x="700740" y="146050"/>
                  </a:lnTo>
                  <a:lnTo>
                    <a:pt x="693575" y="138430"/>
                  </a:lnTo>
                  <a:lnTo>
                    <a:pt x="684554" y="138430"/>
                  </a:lnTo>
                  <a:lnTo>
                    <a:pt x="643138" y="130810"/>
                  </a:lnTo>
                  <a:lnTo>
                    <a:pt x="596274" y="119380"/>
                  </a:lnTo>
                  <a:lnTo>
                    <a:pt x="546806" y="104140"/>
                  </a:lnTo>
                  <a:lnTo>
                    <a:pt x="497576" y="85090"/>
                  </a:lnTo>
                  <a:lnTo>
                    <a:pt x="458603" y="66040"/>
                  </a:lnTo>
                  <a:lnTo>
                    <a:pt x="423830" y="46990"/>
                  </a:lnTo>
                  <a:lnTo>
                    <a:pt x="416631" y="41910"/>
                  </a:lnTo>
                  <a:close/>
                </a:path>
                <a:path w="721995" h="1049020">
                  <a:moveTo>
                    <a:pt x="371169" y="101600"/>
                  </a:moveTo>
                  <a:lnTo>
                    <a:pt x="350156" y="101599"/>
                  </a:lnTo>
                  <a:lnTo>
                    <a:pt x="348976" y="102869"/>
                  </a:lnTo>
                  <a:lnTo>
                    <a:pt x="348452" y="104139"/>
                  </a:lnTo>
                  <a:lnTo>
                    <a:pt x="347513" y="105409"/>
                  </a:lnTo>
                  <a:lnTo>
                    <a:pt x="309194" y="135889"/>
                  </a:lnTo>
                  <a:lnTo>
                    <a:pt x="252233" y="163829"/>
                  </a:lnTo>
                  <a:lnTo>
                    <a:pt x="213620" y="177799"/>
                  </a:lnTo>
                  <a:lnTo>
                    <a:pt x="174874" y="190499"/>
                  </a:lnTo>
                  <a:lnTo>
                    <a:pt x="106012" y="204469"/>
                  </a:lnTo>
                  <a:lnTo>
                    <a:pt x="97333" y="205739"/>
                  </a:lnTo>
                  <a:lnTo>
                    <a:pt x="90883" y="212089"/>
                  </a:lnTo>
                  <a:lnTo>
                    <a:pt x="90896" y="494029"/>
                  </a:lnTo>
                  <a:lnTo>
                    <a:pt x="98039" y="553719"/>
                  </a:lnTo>
                  <a:lnTo>
                    <a:pt x="114277" y="600709"/>
                  </a:lnTo>
                  <a:lnTo>
                    <a:pt x="138323" y="636269"/>
                  </a:lnTo>
                  <a:lnTo>
                    <a:pt x="168822" y="665479"/>
                  </a:lnTo>
                  <a:lnTo>
                    <a:pt x="204419" y="687069"/>
                  </a:lnTo>
                  <a:lnTo>
                    <a:pt x="243763" y="703579"/>
                  </a:lnTo>
                  <a:lnTo>
                    <a:pt x="285497" y="716279"/>
                  </a:lnTo>
                  <a:lnTo>
                    <a:pt x="328269" y="727709"/>
                  </a:lnTo>
                  <a:lnTo>
                    <a:pt x="334227" y="728979"/>
                  </a:lnTo>
                  <a:lnTo>
                    <a:pt x="340580" y="731519"/>
                  </a:lnTo>
                  <a:lnTo>
                    <a:pt x="359286" y="736599"/>
                  </a:lnTo>
                  <a:lnTo>
                    <a:pt x="362301" y="736599"/>
                  </a:lnTo>
                  <a:lnTo>
                    <a:pt x="380788" y="731519"/>
                  </a:lnTo>
                  <a:lnTo>
                    <a:pt x="393100" y="727709"/>
                  </a:lnTo>
                  <a:lnTo>
                    <a:pt x="436009" y="716279"/>
                  </a:lnTo>
                  <a:lnTo>
                    <a:pt x="477868" y="703580"/>
                  </a:lnTo>
                  <a:lnTo>
                    <a:pt x="483935" y="701040"/>
                  </a:lnTo>
                  <a:lnTo>
                    <a:pt x="360641" y="701039"/>
                  </a:lnTo>
                  <a:lnTo>
                    <a:pt x="292987" y="683259"/>
                  </a:lnTo>
                  <a:lnTo>
                    <a:pt x="250741" y="669289"/>
                  </a:lnTo>
                  <a:lnTo>
                    <a:pt x="211752" y="651509"/>
                  </a:lnTo>
                  <a:lnTo>
                    <a:pt x="177832" y="627379"/>
                  </a:lnTo>
                  <a:lnTo>
                    <a:pt x="150793" y="594359"/>
                  </a:lnTo>
                  <a:lnTo>
                    <a:pt x="132445" y="549909"/>
                  </a:lnTo>
                  <a:lnTo>
                    <a:pt x="124600" y="494029"/>
                  </a:lnTo>
                  <a:lnTo>
                    <a:pt x="124626" y="236219"/>
                  </a:lnTo>
                  <a:lnTo>
                    <a:pt x="157147" y="229869"/>
                  </a:lnTo>
                  <a:lnTo>
                    <a:pt x="192520" y="220979"/>
                  </a:lnTo>
                  <a:lnTo>
                    <a:pt x="229081" y="208279"/>
                  </a:lnTo>
                  <a:lnTo>
                    <a:pt x="265164" y="194309"/>
                  </a:lnTo>
                  <a:lnTo>
                    <a:pt x="318696" y="168909"/>
                  </a:lnTo>
                  <a:lnTo>
                    <a:pt x="360662" y="139699"/>
                  </a:lnTo>
                  <a:lnTo>
                    <a:pt x="419450" y="139700"/>
                  </a:lnTo>
                  <a:lnTo>
                    <a:pt x="412130" y="135890"/>
                  </a:lnTo>
                  <a:lnTo>
                    <a:pt x="389953" y="120650"/>
                  </a:lnTo>
                  <a:lnTo>
                    <a:pt x="373812" y="105410"/>
                  </a:lnTo>
                  <a:lnTo>
                    <a:pt x="372305" y="102870"/>
                  </a:lnTo>
                  <a:lnTo>
                    <a:pt x="371169" y="101600"/>
                  </a:lnTo>
                  <a:close/>
                </a:path>
                <a:path w="721995" h="1049020">
                  <a:moveTo>
                    <a:pt x="419450" y="139700"/>
                  </a:moveTo>
                  <a:lnTo>
                    <a:pt x="360662" y="139699"/>
                  </a:lnTo>
                  <a:lnTo>
                    <a:pt x="379790" y="154940"/>
                  </a:lnTo>
                  <a:lnTo>
                    <a:pt x="402640" y="168910"/>
                  </a:lnTo>
                  <a:lnTo>
                    <a:pt x="456183" y="194310"/>
                  </a:lnTo>
                  <a:lnTo>
                    <a:pt x="492257" y="208280"/>
                  </a:lnTo>
                  <a:lnTo>
                    <a:pt x="528820" y="220980"/>
                  </a:lnTo>
                  <a:lnTo>
                    <a:pt x="596722" y="236220"/>
                  </a:lnTo>
                  <a:lnTo>
                    <a:pt x="596766" y="492760"/>
                  </a:lnTo>
                  <a:lnTo>
                    <a:pt x="589042" y="549910"/>
                  </a:lnTo>
                  <a:lnTo>
                    <a:pt x="570753" y="593090"/>
                  </a:lnTo>
                  <a:lnTo>
                    <a:pt x="543721" y="626110"/>
                  </a:lnTo>
                  <a:lnTo>
                    <a:pt x="509768" y="651510"/>
                  </a:lnTo>
                  <a:lnTo>
                    <a:pt x="470716" y="669290"/>
                  </a:lnTo>
                  <a:lnTo>
                    <a:pt x="428387" y="683259"/>
                  </a:lnTo>
                  <a:lnTo>
                    <a:pt x="360641" y="701039"/>
                  </a:lnTo>
                  <a:lnTo>
                    <a:pt x="483935" y="701040"/>
                  </a:lnTo>
                  <a:lnTo>
                    <a:pt x="552968" y="665480"/>
                  </a:lnTo>
                  <a:lnTo>
                    <a:pt x="583477" y="636270"/>
                  </a:lnTo>
                  <a:lnTo>
                    <a:pt x="607471" y="599440"/>
                  </a:lnTo>
                  <a:lnTo>
                    <a:pt x="623583" y="552450"/>
                  </a:lnTo>
                  <a:lnTo>
                    <a:pt x="630448" y="494030"/>
                  </a:lnTo>
                  <a:lnTo>
                    <a:pt x="630492" y="492760"/>
                  </a:lnTo>
                  <a:lnTo>
                    <a:pt x="630492" y="212090"/>
                  </a:lnTo>
                  <a:lnTo>
                    <a:pt x="623218" y="204470"/>
                  </a:lnTo>
                  <a:lnTo>
                    <a:pt x="614153" y="204470"/>
                  </a:lnTo>
                  <a:lnTo>
                    <a:pt x="582033" y="199390"/>
                  </a:lnTo>
                  <a:lnTo>
                    <a:pt x="545686" y="190500"/>
                  </a:lnTo>
                  <a:lnTo>
                    <a:pt x="507307" y="177800"/>
                  </a:lnTo>
                  <a:lnTo>
                    <a:pt x="469092" y="163830"/>
                  </a:lnTo>
                  <a:lnTo>
                    <a:pt x="438969" y="149860"/>
                  </a:lnTo>
                  <a:lnTo>
                    <a:pt x="419450" y="139700"/>
                  </a:lnTo>
                  <a:close/>
                </a:path>
                <a:path w="721995" h="1049020">
                  <a:moveTo>
                    <a:pt x="214780" y="467359"/>
                  </a:moveTo>
                  <a:lnTo>
                    <a:pt x="191896" y="483869"/>
                  </a:lnTo>
                  <a:lnTo>
                    <a:pt x="193256" y="490219"/>
                  </a:lnTo>
                  <a:lnTo>
                    <a:pt x="197068" y="495299"/>
                  </a:lnTo>
                  <a:lnTo>
                    <a:pt x="267304" y="563879"/>
                  </a:lnTo>
                  <a:lnTo>
                    <a:pt x="272915" y="567689"/>
                  </a:lnTo>
                  <a:lnTo>
                    <a:pt x="279247" y="568959"/>
                  </a:lnTo>
                  <a:lnTo>
                    <a:pt x="285538" y="567689"/>
                  </a:lnTo>
                  <a:lnTo>
                    <a:pt x="291026" y="563879"/>
                  </a:lnTo>
                  <a:lnTo>
                    <a:pt x="325324" y="528319"/>
                  </a:lnTo>
                  <a:lnTo>
                    <a:pt x="278576" y="528319"/>
                  </a:lnTo>
                  <a:lnTo>
                    <a:pt x="220429" y="471169"/>
                  </a:lnTo>
                  <a:lnTo>
                    <a:pt x="214780" y="467359"/>
                  </a:lnTo>
                  <a:close/>
                </a:path>
                <a:path w="721995" h="1049020">
                  <a:moveTo>
                    <a:pt x="516282" y="288290"/>
                  </a:moveTo>
                  <a:lnTo>
                    <a:pt x="509974" y="290830"/>
                  </a:lnTo>
                  <a:lnTo>
                    <a:pt x="504478" y="294640"/>
                  </a:lnTo>
                  <a:lnTo>
                    <a:pt x="278576" y="528319"/>
                  </a:lnTo>
                  <a:lnTo>
                    <a:pt x="325324" y="528319"/>
                  </a:lnTo>
                  <a:lnTo>
                    <a:pt x="528659" y="317500"/>
                  </a:lnTo>
                  <a:lnTo>
                    <a:pt x="532253" y="312420"/>
                  </a:lnTo>
                  <a:lnTo>
                    <a:pt x="533377" y="306070"/>
                  </a:lnTo>
                  <a:lnTo>
                    <a:pt x="532044" y="299720"/>
                  </a:lnTo>
                  <a:lnTo>
                    <a:pt x="528266" y="293370"/>
                  </a:lnTo>
                  <a:lnTo>
                    <a:pt x="522635" y="289560"/>
                  </a:lnTo>
                  <a:lnTo>
                    <a:pt x="516282" y="288290"/>
                  </a:lnTo>
                  <a:close/>
                </a:path>
                <a:path w="721995" h="1049020">
                  <a:moveTo>
                    <a:pt x="365970" y="99059"/>
                  </a:moveTo>
                  <a:lnTo>
                    <a:pt x="355376" y="99059"/>
                  </a:lnTo>
                  <a:lnTo>
                    <a:pt x="353148" y="100329"/>
                  </a:lnTo>
                  <a:lnTo>
                    <a:pt x="351444" y="101599"/>
                  </a:lnTo>
                  <a:lnTo>
                    <a:pt x="369880" y="101600"/>
                  </a:lnTo>
                  <a:lnTo>
                    <a:pt x="365970" y="990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0" name="object 20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920483" y="6682435"/>
            <a:ext cx="3140582" cy="550468"/>
          </a:xfrm>
          <a:prstGeom prst="rect">
            <a:avLst/>
          </a:prstGeom>
        </p:spPr>
      </p:pic>
      <p:grpSp>
        <p:nvGrpSpPr>
          <p:cNvPr id="21" name="object 21" descr=""/>
          <p:cNvGrpSpPr/>
          <p:nvPr/>
        </p:nvGrpSpPr>
        <p:grpSpPr>
          <a:xfrm>
            <a:off x="4723510" y="8024494"/>
            <a:ext cx="1948180" cy="1948180"/>
            <a:chOff x="4723510" y="8024494"/>
            <a:chExt cx="1948180" cy="1948180"/>
          </a:xfrm>
        </p:grpSpPr>
        <p:pic>
          <p:nvPicPr>
            <p:cNvPr id="22" name="object 22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818760" y="8119744"/>
              <a:ext cx="1757425" cy="1757299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4818760" y="8119744"/>
              <a:ext cx="1757680" cy="1757680"/>
            </a:xfrm>
            <a:custGeom>
              <a:avLst/>
              <a:gdLst/>
              <a:ahLst/>
              <a:cxnLst/>
              <a:rect l="l" t="t" r="r" b="b"/>
              <a:pathLst>
                <a:path w="1757679" h="1757679">
                  <a:moveTo>
                    <a:pt x="878713" y="0"/>
                  </a:moveTo>
                  <a:lnTo>
                    <a:pt x="830503" y="1299"/>
                  </a:lnTo>
                  <a:lnTo>
                    <a:pt x="782973" y="5154"/>
                  </a:lnTo>
                  <a:lnTo>
                    <a:pt x="736189" y="11498"/>
                  </a:lnTo>
                  <a:lnTo>
                    <a:pt x="690218" y="20262"/>
                  </a:lnTo>
                  <a:lnTo>
                    <a:pt x="645127" y="31381"/>
                  </a:lnTo>
                  <a:lnTo>
                    <a:pt x="600984" y="44787"/>
                  </a:lnTo>
                  <a:lnTo>
                    <a:pt x="557855" y="60413"/>
                  </a:lnTo>
                  <a:lnTo>
                    <a:pt x="515807" y="78193"/>
                  </a:lnTo>
                  <a:lnTo>
                    <a:pt x="474908" y="98059"/>
                  </a:lnTo>
                  <a:lnTo>
                    <a:pt x="435224" y="119944"/>
                  </a:lnTo>
                  <a:lnTo>
                    <a:pt x="396822" y="143782"/>
                  </a:lnTo>
                  <a:lnTo>
                    <a:pt x="359770" y="169505"/>
                  </a:lnTo>
                  <a:lnTo>
                    <a:pt x="324135" y="197047"/>
                  </a:lnTo>
                  <a:lnTo>
                    <a:pt x="289982" y="226340"/>
                  </a:lnTo>
                  <a:lnTo>
                    <a:pt x="257381" y="257317"/>
                  </a:lnTo>
                  <a:lnTo>
                    <a:pt x="226397" y="289913"/>
                  </a:lnTo>
                  <a:lnTo>
                    <a:pt x="197097" y="324058"/>
                  </a:lnTo>
                  <a:lnTo>
                    <a:pt x="169550" y="359688"/>
                  </a:lnTo>
                  <a:lnTo>
                    <a:pt x="143820" y="396734"/>
                  </a:lnTo>
                  <a:lnTo>
                    <a:pt x="119977" y="435130"/>
                  </a:lnTo>
                  <a:lnTo>
                    <a:pt x="98086" y="474808"/>
                  </a:lnTo>
                  <a:lnTo>
                    <a:pt x="78215" y="515702"/>
                  </a:lnTo>
                  <a:lnTo>
                    <a:pt x="60431" y="557745"/>
                  </a:lnTo>
                  <a:lnTo>
                    <a:pt x="44800" y="600870"/>
                  </a:lnTo>
                  <a:lnTo>
                    <a:pt x="31390" y="645010"/>
                  </a:lnTo>
                  <a:lnTo>
                    <a:pt x="20268" y="690097"/>
                  </a:lnTo>
                  <a:lnTo>
                    <a:pt x="11501" y="736065"/>
                  </a:lnTo>
                  <a:lnTo>
                    <a:pt x="5156" y="782847"/>
                  </a:lnTo>
                  <a:lnTo>
                    <a:pt x="1300" y="830376"/>
                  </a:lnTo>
                  <a:lnTo>
                    <a:pt x="0" y="878585"/>
                  </a:lnTo>
                  <a:lnTo>
                    <a:pt x="1300" y="926800"/>
                  </a:lnTo>
                  <a:lnTo>
                    <a:pt x="5156" y="974334"/>
                  </a:lnTo>
                  <a:lnTo>
                    <a:pt x="11501" y="1021122"/>
                  </a:lnTo>
                  <a:lnTo>
                    <a:pt x="20268" y="1067095"/>
                  </a:lnTo>
                  <a:lnTo>
                    <a:pt x="31390" y="1112188"/>
                  </a:lnTo>
                  <a:lnTo>
                    <a:pt x="44800" y="1156334"/>
                  </a:lnTo>
                  <a:lnTo>
                    <a:pt x="60431" y="1199464"/>
                  </a:lnTo>
                  <a:lnTo>
                    <a:pt x="78215" y="1241513"/>
                  </a:lnTo>
                  <a:lnTo>
                    <a:pt x="98086" y="1282413"/>
                  </a:lnTo>
                  <a:lnTo>
                    <a:pt x="119977" y="1322097"/>
                  </a:lnTo>
                  <a:lnTo>
                    <a:pt x="143820" y="1360498"/>
                  </a:lnTo>
                  <a:lnTo>
                    <a:pt x="169550" y="1397550"/>
                  </a:lnTo>
                  <a:lnTo>
                    <a:pt x="197097" y="1433185"/>
                  </a:lnTo>
                  <a:lnTo>
                    <a:pt x="226397" y="1467336"/>
                  </a:lnTo>
                  <a:lnTo>
                    <a:pt x="257381" y="1499936"/>
                  </a:lnTo>
                  <a:lnTo>
                    <a:pt x="289982" y="1530919"/>
                  </a:lnTo>
                  <a:lnTo>
                    <a:pt x="324135" y="1560217"/>
                  </a:lnTo>
                  <a:lnTo>
                    <a:pt x="359770" y="1587763"/>
                  </a:lnTo>
                  <a:lnTo>
                    <a:pt x="396822" y="1613491"/>
                  </a:lnTo>
                  <a:lnTo>
                    <a:pt x="435224" y="1637332"/>
                  </a:lnTo>
                  <a:lnTo>
                    <a:pt x="474908" y="1659222"/>
                  </a:lnTo>
                  <a:lnTo>
                    <a:pt x="515807" y="1679091"/>
                  </a:lnTo>
                  <a:lnTo>
                    <a:pt x="557855" y="1696874"/>
                  </a:lnTo>
                  <a:lnTo>
                    <a:pt x="600984" y="1712503"/>
                  </a:lnTo>
                  <a:lnTo>
                    <a:pt x="645127" y="1725911"/>
                  </a:lnTo>
                  <a:lnTo>
                    <a:pt x="690218" y="1737032"/>
                  </a:lnTo>
                  <a:lnTo>
                    <a:pt x="736189" y="1745798"/>
                  </a:lnTo>
                  <a:lnTo>
                    <a:pt x="782973" y="1752143"/>
                  </a:lnTo>
                  <a:lnTo>
                    <a:pt x="830503" y="1755998"/>
                  </a:lnTo>
                  <a:lnTo>
                    <a:pt x="878713" y="1757298"/>
                  </a:lnTo>
                  <a:lnTo>
                    <a:pt x="926922" y="1755998"/>
                  </a:lnTo>
                  <a:lnTo>
                    <a:pt x="974452" y="1752143"/>
                  </a:lnTo>
                  <a:lnTo>
                    <a:pt x="1021236" y="1745798"/>
                  </a:lnTo>
                  <a:lnTo>
                    <a:pt x="1067207" y="1737032"/>
                  </a:lnTo>
                  <a:lnTo>
                    <a:pt x="1112298" y="1725911"/>
                  </a:lnTo>
                  <a:lnTo>
                    <a:pt x="1156441" y="1712503"/>
                  </a:lnTo>
                  <a:lnTo>
                    <a:pt x="1199570" y="1696874"/>
                  </a:lnTo>
                  <a:lnTo>
                    <a:pt x="1241618" y="1679091"/>
                  </a:lnTo>
                  <a:lnTo>
                    <a:pt x="1282517" y="1659222"/>
                  </a:lnTo>
                  <a:lnTo>
                    <a:pt x="1322201" y="1637332"/>
                  </a:lnTo>
                  <a:lnTo>
                    <a:pt x="1360603" y="1613491"/>
                  </a:lnTo>
                  <a:lnTo>
                    <a:pt x="1397655" y="1587763"/>
                  </a:lnTo>
                  <a:lnTo>
                    <a:pt x="1433290" y="1560217"/>
                  </a:lnTo>
                  <a:lnTo>
                    <a:pt x="1467443" y="1530919"/>
                  </a:lnTo>
                  <a:lnTo>
                    <a:pt x="1500044" y="1499936"/>
                  </a:lnTo>
                  <a:lnTo>
                    <a:pt x="1531028" y="1467336"/>
                  </a:lnTo>
                  <a:lnTo>
                    <a:pt x="1560328" y="1433185"/>
                  </a:lnTo>
                  <a:lnTo>
                    <a:pt x="1587875" y="1397550"/>
                  </a:lnTo>
                  <a:lnTo>
                    <a:pt x="1613605" y="1360498"/>
                  </a:lnTo>
                  <a:lnTo>
                    <a:pt x="1637448" y="1322097"/>
                  </a:lnTo>
                  <a:lnTo>
                    <a:pt x="1659339" y="1282413"/>
                  </a:lnTo>
                  <a:lnTo>
                    <a:pt x="1679210" y="1241513"/>
                  </a:lnTo>
                  <a:lnTo>
                    <a:pt x="1696994" y="1199464"/>
                  </a:lnTo>
                  <a:lnTo>
                    <a:pt x="1712625" y="1156334"/>
                  </a:lnTo>
                  <a:lnTo>
                    <a:pt x="1726035" y="1112188"/>
                  </a:lnTo>
                  <a:lnTo>
                    <a:pt x="1737157" y="1067095"/>
                  </a:lnTo>
                  <a:lnTo>
                    <a:pt x="1745924" y="1021122"/>
                  </a:lnTo>
                  <a:lnTo>
                    <a:pt x="1752269" y="974334"/>
                  </a:lnTo>
                  <a:lnTo>
                    <a:pt x="1756125" y="926800"/>
                  </a:lnTo>
                  <a:lnTo>
                    <a:pt x="1757425" y="878585"/>
                  </a:lnTo>
                  <a:lnTo>
                    <a:pt x="1756125" y="830376"/>
                  </a:lnTo>
                  <a:lnTo>
                    <a:pt x="1752269" y="782847"/>
                  </a:lnTo>
                  <a:lnTo>
                    <a:pt x="1745924" y="736065"/>
                  </a:lnTo>
                  <a:lnTo>
                    <a:pt x="1737157" y="690097"/>
                  </a:lnTo>
                  <a:lnTo>
                    <a:pt x="1726035" y="645010"/>
                  </a:lnTo>
                  <a:lnTo>
                    <a:pt x="1712625" y="600870"/>
                  </a:lnTo>
                  <a:lnTo>
                    <a:pt x="1696994" y="557745"/>
                  </a:lnTo>
                  <a:lnTo>
                    <a:pt x="1679210" y="515702"/>
                  </a:lnTo>
                  <a:lnTo>
                    <a:pt x="1659339" y="474808"/>
                  </a:lnTo>
                  <a:lnTo>
                    <a:pt x="1637448" y="435130"/>
                  </a:lnTo>
                  <a:lnTo>
                    <a:pt x="1613605" y="396734"/>
                  </a:lnTo>
                  <a:lnTo>
                    <a:pt x="1587875" y="359688"/>
                  </a:lnTo>
                  <a:lnTo>
                    <a:pt x="1560328" y="324058"/>
                  </a:lnTo>
                  <a:lnTo>
                    <a:pt x="1531028" y="289913"/>
                  </a:lnTo>
                  <a:lnTo>
                    <a:pt x="1500044" y="257317"/>
                  </a:lnTo>
                  <a:lnTo>
                    <a:pt x="1467443" y="226340"/>
                  </a:lnTo>
                  <a:lnTo>
                    <a:pt x="1433290" y="197047"/>
                  </a:lnTo>
                  <a:lnTo>
                    <a:pt x="1397655" y="169505"/>
                  </a:lnTo>
                  <a:lnTo>
                    <a:pt x="1360603" y="143782"/>
                  </a:lnTo>
                  <a:lnTo>
                    <a:pt x="1322201" y="119944"/>
                  </a:lnTo>
                  <a:lnTo>
                    <a:pt x="1282517" y="98059"/>
                  </a:lnTo>
                  <a:lnTo>
                    <a:pt x="1241618" y="78193"/>
                  </a:lnTo>
                  <a:lnTo>
                    <a:pt x="1199570" y="60413"/>
                  </a:lnTo>
                  <a:lnTo>
                    <a:pt x="1156441" y="44787"/>
                  </a:lnTo>
                  <a:lnTo>
                    <a:pt x="1112298" y="31381"/>
                  </a:lnTo>
                  <a:lnTo>
                    <a:pt x="1067207" y="20262"/>
                  </a:lnTo>
                  <a:lnTo>
                    <a:pt x="1021236" y="11498"/>
                  </a:lnTo>
                  <a:lnTo>
                    <a:pt x="974452" y="5154"/>
                  </a:lnTo>
                  <a:lnTo>
                    <a:pt x="926922" y="1299"/>
                  </a:lnTo>
                  <a:lnTo>
                    <a:pt x="878713" y="0"/>
                  </a:lnTo>
                  <a:close/>
                </a:path>
              </a:pathLst>
            </a:custGeom>
            <a:ln w="190500">
              <a:solidFill>
                <a:srgbClr val="04001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5324928" y="8473195"/>
              <a:ext cx="721995" cy="1049020"/>
            </a:xfrm>
            <a:custGeom>
              <a:avLst/>
              <a:gdLst/>
              <a:ahLst/>
              <a:cxnLst/>
              <a:rect l="l" t="t" r="r" b="b"/>
              <a:pathLst>
                <a:path w="721995" h="1049020">
                  <a:moveTo>
                    <a:pt x="176400" y="939799"/>
                  </a:moveTo>
                  <a:lnTo>
                    <a:pt x="136713" y="939799"/>
                  </a:lnTo>
                  <a:lnTo>
                    <a:pt x="199743" y="1041399"/>
                  </a:lnTo>
                  <a:lnTo>
                    <a:pt x="204310" y="1046479"/>
                  </a:lnTo>
                  <a:lnTo>
                    <a:pt x="210194" y="1049019"/>
                  </a:lnTo>
                  <a:lnTo>
                    <a:pt x="216648" y="1049019"/>
                  </a:lnTo>
                  <a:lnTo>
                    <a:pt x="222919" y="1047749"/>
                  </a:lnTo>
                  <a:lnTo>
                    <a:pt x="226283" y="1045209"/>
                  </a:lnTo>
                  <a:lnTo>
                    <a:pt x="228642" y="1042669"/>
                  </a:lnTo>
                  <a:lnTo>
                    <a:pt x="229887" y="1038859"/>
                  </a:lnTo>
                  <a:lnTo>
                    <a:pt x="247018" y="995679"/>
                  </a:lnTo>
                  <a:lnTo>
                    <a:pt x="210728" y="995679"/>
                  </a:lnTo>
                  <a:lnTo>
                    <a:pt x="176400" y="939799"/>
                  </a:lnTo>
                  <a:close/>
                </a:path>
                <a:path w="721995" h="1049020">
                  <a:moveTo>
                    <a:pt x="437583" y="811529"/>
                  </a:moveTo>
                  <a:lnTo>
                    <a:pt x="401335" y="811529"/>
                  </a:lnTo>
                  <a:lnTo>
                    <a:pt x="491525" y="1038859"/>
                  </a:lnTo>
                  <a:lnTo>
                    <a:pt x="492792" y="1042669"/>
                  </a:lnTo>
                  <a:lnTo>
                    <a:pt x="495173" y="1045209"/>
                  </a:lnTo>
                  <a:lnTo>
                    <a:pt x="498493" y="1047749"/>
                  </a:lnTo>
                  <a:lnTo>
                    <a:pt x="504766" y="1049019"/>
                  </a:lnTo>
                  <a:lnTo>
                    <a:pt x="511220" y="1049019"/>
                  </a:lnTo>
                  <a:lnTo>
                    <a:pt x="517105" y="1046479"/>
                  </a:lnTo>
                  <a:lnTo>
                    <a:pt x="521669" y="1041399"/>
                  </a:lnTo>
                  <a:lnTo>
                    <a:pt x="550017" y="995679"/>
                  </a:lnTo>
                  <a:lnTo>
                    <a:pt x="510638" y="995679"/>
                  </a:lnTo>
                  <a:lnTo>
                    <a:pt x="437583" y="811529"/>
                  </a:lnTo>
                  <a:close/>
                </a:path>
                <a:path w="721995" h="1049020">
                  <a:moveTo>
                    <a:pt x="190656" y="732789"/>
                  </a:moveTo>
                  <a:lnTo>
                    <a:pt x="122713" y="732789"/>
                  </a:lnTo>
                  <a:lnTo>
                    <a:pt x="159819" y="755649"/>
                  </a:lnTo>
                  <a:lnTo>
                    <a:pt x="200257" y="774699"/>
                  </a:lnTo>
                  <a:lnTo>
                    <a:pt x="243068" y="789939"/>
                  </a:lnTo>
                  <a:lnTo>
                    <a:pt x="287291" y="802639"/>
                  </a:lnTo>
                  <a:lnTo>
                    <a:pt x="210728" y="995679"/>
                  </a:lnTo>
                  <a:lnTo>
                    <a:pt x="247018" y="995679"/>
                  </a:lnTo>
                  <a:lnTo>
                    <a:pt x="320078" y="811529"/>
                  </a:lnTo>
                  <a:lnTo>
                    <a:pt x="437583" y="811529"/>
                  </a:lnTo>
                  <a:lnTo>
                    <a:pt x="434056" y="802639"/>
                  </a:lnTo>
                  <a:lnTo>
                    <a:pt x="478271" y="789939"/>
                  </a:lnTo>
                  <a:lnTo>
                    <a:pt x="485407" y="787399"/>
                  </a:lnTo>
                  <a:lnTo>
                    <a:pt x="360663" y="787399"/>
                  </a:lnTo>
                  <a:lnTo>
                    <a:pt x="352328" y="784859"/>
                  </a:lnTo>
                  <a:lnTo>
                    <a:pt x="328946" y="778509"/>
                  </a:lnTo>
                  <a:lnTo>
                    <a:pt x="284859" y="767079"/>
                  </a:lnTo>
                  <a:lnTo>
                    <a:pt x="241587" y="753109"/>
                  </a:lnTo>
                  <a:lnTo>
                    <a:pt x="200236" y="737869"/>
                  </a:lnTo>
                  <a:lnTo>
                    <a:pt x="190656" y="732789"/>
                  </a:lnTo>
                  <a:close/>
                </a:path>
                <a:path w="721995" h="1049020">
                  <a:moveTo>
                    <a:pt x="573569" y="901699"/>
                  </a:moveTo>
                  <a:lnTo>
                    <a:pt x="565771" y="905509"/>
                  </a:lnTo>
                  <a:lnTo>
                    <a:pt x="562123" y="911859"/>
                  </a:lnTo>
                  <a:lnTo>
                    <a:pt x="510638" y="995679"/>
                  </a:lnTo>
                  <a:lnTo>
                    <a:pt x="550017" y="995679"/>
                  </a:lnTo>
                  <a:lnTo>
                    <a:pt x="584665" y="939799"/>
                  </a:lnTo>
                  <a:lnTo>
                    <a:pt x="716689" y="939799"/>
                  </a:lnTo>
                  <a:lnTo>
                    <a:pt x="712673" y="929639"/>
                  </a:lnTo>
                  <a:lnTo>
                    <a:pt x="676516" y="929639"/>
                  </a:lnTo>
                  <a:lnTo>
                    <a:pt x="581214" y="904239"/>
                  </a:lnTo>
                  <a:lnTo>
                    <a:pt x="573569" y="901699"/>
                  </a:lnTo>
                  <a:close/>
                </a:path>
                <a:path w="721995" h="1049020">
                  <a:moveTo>
                    <a:pt x="365075" y="0"/>
                  </a:moveTo>
                  <a:lnTo>
                    <a:pt x="356272" y="0"/>
                  </a:lnTo>
                  <a:lnTo>
                    <a:pt x="353672" y="1269"/>
                  </a:lnTo>
                  <a:lnTo>
                    <a:pt x="351903" y="2539"/>
                  </a:lnTo>
                  <a:lnTo>
                    <a:pt x="350287" y="3809"/>
                  </a:lnTo>
                  <a:lnTo>
                    <a:pt x="348627" y="5079"/>
                  </a:lnTo>
                  <a:lnTo>
                    <a:pt x="297530" y="46989"/>
                  </a:lnTo>
                  <a:lnTo>
                    <a:pt x="262756" y="66039"/>
                  </a:lnTo>
                  <a:lnTo>
                    <a:pt x="223793" y="85089"/>
                  </a:lnTo>
                  <a:lnTo>
                    <a:pt x="174214" y="104139"/>
                  </a:lnTo>
                  <a:lnTo>
                    <a:pt x="124408" y="119379"/>
                  </a:lnTo>
                  <a:lnTo>
                    <a:pt x="77284" y="130809"/>
                  </a:lnTo>
                  <a:lnTo>
                    <a:pt x="35746" y="138429"/>
                  </a:lnTo>
                  <a:lnTo>
                    <a:pt x="27068" y="139699"/>
                  </a:lnTo>
                  <a:lnTo>
                    <a:pt x="20644" y="146049"/>
                  </a:lnTo>
                  <a:lnTo>
                    <a:pt x="20618" y="510539"/>
                  </a:lnTo>
                  <a:lnTo>
                    <a:pt x="27577" y="576579"/>
                  </a:lnTo>
                  <a:lnTo>
                    <a:pt x="43028" y="631189"/>
                  </a:lnTo>
                  <a:lnTo>
                    <a:pt x="66040" y="674369"/>
                  </a:lnTo>
                  <a:lnTo>
                    <a:pt x="95551" y="709929"/>
                  </a:lnTo>
                  <a:lnTo>
                    <a:pt x="1190" y="948689"/>
                  </a:lnTo>
                  <a:lnTo>
                    <a:pt x="14090" y="971549"/>
                  </a:lnTo>
                  <a:lnTo>
                    <a:pt x="21116" y="971549"/>
                  </a:lnTo>
                  <a:lnTo>
                    <a:pt x="136713" y="939799"/>
                  </a:lnTo>
                  <a:lnTo>
                    <a:pt x="176400" y="939799"/>
                  </a:lnTo>
                  <a:lnTo>
                    <a:pt x="170158" y="929639"/>
                  </a:lnTo>
                  <a:lnTo>
                    <a:pt x="44844" y="929639"/>
                  </a:lnTo>
                  <a:lnTo>
                    <a:pt x="122713" y="732789"/>
                  </a:lnTo>
                  <a:lnTo>
                    <a:pt x="190656" y="732789"/>
                  </a:lnTo>
                  <a:lnTo>
                    <a:pt x="161913" y="717549"/>
                  </a:lnTo>
                  <a:lnTo>
                    <a:pt x="127722" y="692149"/>
                  </a:lnTo>
                  <a:lnTo>
                    <a:pt x="98771" y="660399"/>
                  </a:lnTo>
                  <a:lnTo>
                    <a:pt x="76165" y="619759"/>
                  </a:lnTo>
                  <a:lnTo>
                    <a:pt x="61010" y="570229"/>
                  </a:lnTo>
                  <a:lnTo>
                    <a:pt x="54414" y="510539"/>
                  </a:lnTo>
                  <a:lnTo>
                    <a:pt x="54440" y="170179"/>
                  </a:lnTo>
                  <a:lnTo>
                    <a:pt x="96334" y="161289"/>
                  </a:lnTo>
                  <a:lnTo>
                    <a:pt x="142260" y="149859"/>
                  </a:lnTo>
                  <a:lnTo>
                    <a:pt x="189918" y="134619"/>
                  </a:lnTo>
                  <a:lnTo>
                    <a:pt x="237008" y="115569"/>
                  </a:lnTo>
                  <a:lnTo>
                    <a:pt x="273426" y="99059"/>
                  </a:lnTo>
                  <a:lnTo>
                    <a:pt x="336433" y="62229"/>
                  </a:lnTo>
                  <a:lnTo>
                    <a:pt x="360662" y="41909"/>
                  </a:lnTo>
                  <a:lnTo>
                    <a:pt x="416631" y="41909"/>
                  </a:lnTo>
                  <a:lnTo>
                    <a:pt x="395033" y="26669"/>
                  </a:lnTo>
                  <a:lnTo>
                    <a:pt x="373987" y="6349"/>
                  </a:lnTo>
                  <a:lnTo>
                    <a:pt x="372501" y="5079"/>
                  </a:lnTo>
                  <a:lnTo>
                    <a:pt x="371082" y="3809"/>
                  </a:lnTo>
                  <a:lnTo>
                    <a:pt x="369421" y="2539"/>
                  </a:lnTo>
                  <a:lnTo>
                    <a:pt x="367172" y="1269"/>
                  </a:lnTo>
                  <a:lnTo>
                    <a:pt x="365075" y="0"/>
                  </a:lnTo>
                  <a:close/>
                </a:path>
                <a:path w="721995" h="1049020">
                  <a:moveTo>
                    <a:pt x="716689" y="939799"/>
                  </a:moveTo>
                  <a:lnTo>
                    <a:pt x="584665" y="939799"/>
                  </a:lnTo>
                  <a:lnTo>
                    <a:pt x="703602" y="971549"/>
                  </a:lnTo>
                  <a:lnTo>
                    <a:pt x="707271" y="971549"/>
                  </a:lnTo>
                  <a:lnTo>
                    <a:pt x="710744" y="970279"/>
                  </a:lnTo>
                  <a:lnTo>
                    <a:pt x="716350" y="966469"/>
                  </a:lnTo>
                  <a:lnTo>
                    <a:pt x="719995" y="961389"/>
                  </a:lnTo>
                  <a:lnTo>
                    <a:pt x="721378" y="955039"/>
                  </a:lnTo>
                  <a:lnTo>
                    <a:pt x="720202" y="948689"/>
                  </a:lnTo>
                  <a:lnTo>
                    <a:pt x="716689" y="939799"/>
                  </a:lnTo>
                  <a:close/>
                </a:path>
                <a:path w="721995" h="1049020">
                  <a:moveTo>
                    <a:pt x="147778" y="901699"/>
                  </a:moveTo>
                  <a:lnTo>
                    <a:pt x="140149" y="904239"/>
                  </a:lnTo>
                  <a:lnTo>
                    <a:pt x="44844" y="929639"/>
                  </a:lnTo>
                  <a:lnTo>
                    <a:pt x="170158" y="929639"/>
                  </a:lnTo>
                  <a:lnTo>
                    <a:pt x="159235" y="911859"/>
                  </a:lnTo>
                  <a:lnTo>
                    <a:pt x="155592" y="905509"/>
                  </a:lnTo>
                  <a:lnTo>
                    <a:pt x="147778" y="901699"/>
                  </a:lnTo>
                  <a:close/>
                </a:path>
                <a:path w="721995" h="1049020">
                  <a:moveTo>
                    <a:pt x="634874" y="732789"/>
                  </a:moveTo>
                  <a:lnTo>
                    <a:pt x="598666" y="732789"/>
                  </a:lnTo>
                  <a:lnTo>
                    <a:pt x="676516" y="929639"/>
                  </a:lnTo>
                  <a:lnTo>
                    <a:pt x="712673" y="929639"/>
                  </a:lnTo>
                  <a:lnTo>
                    <a:pt x="634874" y="732789"/>
                  </a:lnTo>
                  <a:close/>
                </a:path>
                <a:path w="721995" h="1049020">
                  <a:moveTo>
                    <a:pt x="401029" y="811529"/>
                  </a:moveTo>
                  <a:lnTo>
                    <a:pt x="320078" y="811529"/>
                  </a:lnTo>
                  <a:lnTo>
                    <a:pt x="329867" y="814069"/>
                  </a:lnTo>
                  <a:lnTo>
                    <a:pt x="347977" y="819149"/>
                  </a:lnTo>
                  <a:lnTo>
                    <a:pt x="359330" y="821689"/>
                  </a:lnTo>
                  <a:lnTo>
                    <a:pt x="362454" y="821689"/>
                  </a:lnTo>
                  <a:lnTo>
                    <a:pt x="373577" y="819149"/>
                  </a:lnTo>
                  <a:lnTo>
                    <a:pt x="382405" y="816609"/>
                  </a:lnTo>
                  <a:lnTo>
                    <a:pt x="401029" y="811529"/>
                  </a:lnTo>
                  <a:close/>
                </a:path>
                <a:path w="721995" h="1049020">
                  <a:moveTo>
                    <a:pt x="416631" y="41909"/>
                  </a:moveTo>
                  <a:lnTo>
                    <a:pt x="360662" y="41909"/>
                  </a:lnTo>
                  <a:lnTo>
                    <a:pt x="384901" y="62229"/>
                  </a:lnTo>
                  <a:lnTo>
                    <a:pt x="447911" y="99059"/>
                  </a:lnTo>
                  <a:lnTo>
                    <a:pt x="484339" y="115569"/>
                  </a:lnTo>
                  <a:lnTo>
                    <a:pt x="531424" y="134619"/>
                  </a:lnTo>
                  <a:lnTo>
                    <a:pt x="579078" y="149859"/>
                  </a:lnTo>
                  <a:lnTo>
                    <a:pt x="625004" y="161289"/>
                  </a:lnTo>
                  <a:lnTo>
                    <a:pt x="666905" y="170179"/>
                  </a:lnTo>
                  <a:lnTo>
                    <a:pt x="666948" y="510539"/>
                  </a:lnTo>
                  <a:lnTo>
                    <a:pt x="660466" y="570229"/>
                  </a:lnTo>
                  <a:lnTo>
                    <a:pt x="645385" y="619759"/>
                  </a:lnTo>
                  <a:lnTo>
                    <a:pt x="622816" y="659129"/>
                  </a:lnTo>
                  <a:lnTo>
                    <a:pt x="593872" y="692149"/>
                  </a:lnTo>
                  <a:lnTo>
                    <a:pt x="559662" y="717549"/>
                  </a:lnTo>
                  <a:lnTo>
                    <a:pt x="521299" y="736599"/>
                  </a:lnTo>
                  <a:lnTo>
                    <a:pt x="479894" y="753109"/>
                  </a:lnTo>
                  <a:lnTo>
                    <a:pt x="436557" y="767079"/>
                  </a:lnTo>
                  <a:lnTo>
                    <a:pt x="392401" y="778509"/>
                  </a:lnTo>
                  <a:lnTo>
                    <a:pt x="369010" y="784859"/>
                  </a:lnTo>
                  <a:lnTo>
                    <a:pt x="360663" y="787399"/>
                  </a:lnTo>
                  <a:lnTo>
                    <a:pt x="485407" y="787399"/>
                  </a:lnTo>
                  <a:lnTo>
                    <a:pt x="521088" y="774699"/>
                  </a:lnTo>
                  <a:lnTo>
                    <a:pt x="561541" y="755649"/>
                  </a:lnTo>
                  <a:lnTo>
                    <a:pt x="598666" y="732789"/>
                  </a:lnTo>
                  <a:lnTo>
                    <a:pt x="634874" y="732789"/>
                  </a:lnTo>
                  <a:lnTo>
                    <a:pt x="625839" y="709929"/>
                  </a:lnTo>
                  <a:lnTo>
                    <a:pt x="655511" y="674369"/>
                  </a:lnTo>
                  <a:lnTo>
                    <a:pt x="678602" y="629919"/>
                  </a:lnTo>
                  <a:lnTo>
                    <a:pt x="694025" y="576579"/>
                  </a:lnTo>
                  <a:lnTo>
                    <a:pt x="700696" y="510539"/>
                  </a:lnTo>
                  <a:lnTo>
                    <a:pt x="700740" y="146049"/>
                  </a:lnTo>
                  <a:lnTo>
                    <a:pt x="693575" y="138429"/>
                  </a:lnTo>
                  <a:lnTo>
                    <a:pt x="684554" y="138429"/>
                  </a:lnTo>
                  <a:lnTo>
                    <a:pt x="643138" y="130809"/>
                  </a:lnTo>
                  <a:lnTo>
                    <a:pt x="596274" y="119379"/>
                  </a:lnTo>
                  <a:lnTo>
                    <a:pt x="546806" y="104139"/>
                  </a:lnTo>
                  <a:lnTo>
                    <a:pt x="497576" y="85089"/>
                  </a:lnTo>
                  <a:lnTo>
                    <a:pt x="458603" y="66039"/>
                  </a:lnTo>
                  <a:lnTo>
                    <a:pt x="423830" y="46989"/>
                  </a:lnTo>
                  <a:lnTo>
                    <a:pt x="416631" y="41909"/>
                  </a:lnTo>
                  <a:close/>
                </a:path>
                <a:path w="721995" h="1049020">
                  <a:moveTo>
                    <a:pt x="371169" y="101599"/>
                  </a:moveTo>
                  <a:lnTo>
                    <a:pt x="350156" y="101599"/>
                  </a:lnTo>
                  <a:lnTo>
                    <a:pt x="348976" y="102869"/>
                  </a:lnTo>
                  <a:lnTo>
                    <a:pt x="348452" y="104139"/>
                  </a:lnTo>
                  <a:lnTo>
                    <a:pt x="347513" y="105409"/>
                  </a:lnTo>
                  <a:lnTo>
                    <a:pt x="309194" y="135889"/>
                  </a:lnTo>
                  <a:lnTo>
                    <a:pt x="252233" y="163829"/>
                  </a:lnTo>
                  <a:lnTo>
                    <a:pt x="213620" y="177799"/>
                  </a:lnTo>
                  <a:lnTo>
                    <a:pt x="174874" y="190499"/>
                  </a:lnTo>
                  <a:lnTo>
                    <a:pt x="106012" y="204469"/>
                  </a:lnTo>
                  <a:lnTo>
                    <a:pt x="97333" y="205739"/>
                  </a:lnTo>
                  <a:lnTo>
                    <a:pt x="90883" y="212089"/>
                  </a:lnTo>
                  <a:lnTo>
                    <a:pt x="90896" y="494029"/>
                  </a:lnTo>
                  <a:lnTo>
                    <a:pt x="98039" y="553719"/>
                  </a:lnTo>
                  <a:lnTo>
                    <a:pt x="114277" y="600709"/>
                  </a:lnTo>
                  <a:lnTo>
                    <a:pt x="138323" y="636269"/>
                  </a:lnTo>
                  <a:lnTo>
                    <a:pt x="168822" y="665479"/>
                  </a:lnTo>
                  <a:lnTo>
                    <a:pt x="204419" y="687069"/>
                  </a:lnTo>
                  <a:lnTo>
                    <a:pt x="243763" y="703579"/>
                  </a:lnTo>
                  <a:lnTo>
                    <a:pt x="285497" y="716279"/>
                  </a:lnTo>
                  <a:lnTo>
                    <a:pt x="328269" y="727709"/>
                  </a:lnTo>
                  <a:lnTo>
                    <a:pt x="334227" y="728979"/>
                  </a:lnTo>
                  <a:lnTo>
                    <a:pt x="340580" y="731519"/>
                  </a:lnTo>
                  <a:lnTo>
                    <a:pt x="359286" y="736599"/>
                  </a:lnTo>
                  <a:lnTo>
                    <a:pt x="362301" y="736599"/>
                  </a:lnTo>
                  <a:lnTo>
                    <a:pt x="380788" y="731519"/>
                  </a:lnTo>
                  <a:lnTo>
                    <a:pt x="393100" y="727709"/>
                  </a:lnTo>
                  <a:lnTo>
                    <a:pt x="436009" y="716279"/>
                  </a:lnTo>
                  <a:lnTo>
                    <a:pt x="477868" y="703579"/>
                  </a:lnTo>
                  <a:lnTo>
                    <a:pt x="483935" y="701039"/>
                  </a:lnTo>
                  <a:lnTo>
                    <a:pt x="360641" y="701039"/>
                  </a:lnTo>
                  <a:lnTo>
                    <a:pt x="292987" y="683259"/>
                  </a:lnTo>
                  <a:lnTo>
                    <a:pt x="250741" y="669289"/>
                  </a:lnTo>
                  <a:lnTo>
                    <a:pt x="211752" y="651509"/>
                  </a:lnTo>
                  <a:lnTo>
                    <a:pt x="177832" y="627379"/>
                  </a:lnTo>
                  <a:lnTo>
                    <a:pt x="150793" y="594359"/>
                  </a:lnTo>
                  <a:lnTo>
                    <a:pt x="132445" y="549909"/>
                  </a:lnTo>
                  <a:lnTo>
                    <a:pt x="124600" y="494029"/>
                  </a:lnTo>
                  <a:lnTo>
                    <a:pt x="124626" y="236219"/>
                  </a:lnTo>
                  <a:lnTo>
                    <a:pt x="157147" y="229869"/>
                  </a:lnTo>
                  <a:lnTo>
                    <a:pt x="192520" y="220979"/>
                  </a:lnTo>
                  <a:lnTo>
                    <a:pt x="229081" y="208279"/>
                  </a:lnTo>
                  <a:lnTo>
                    <a:pt x="265164" y="194309"/>
                  </a:lnTo>
                  <a:lnTo>
                    <a:pt x="318696" y="168909"/>
                  </a:lnTo>
                  <a:lnTo>
                    <a:pt x="360662" y="139699"/>
                  </a:lnTo>
                  <a:lnTo>
                    <a:pt x="419450" y="139699"/>
                  </a:lnTo>
                  <a:lnTo>
                    <a:pt x="412130" y="135889"/>
                  </a:lnTo>
                  <a:lnTo>
                    <a:pt x="389953" y="120649"/>
                  </a:lnTo>
                  <a:lnTo>
                    <a:pt x="373812" y="105409"/>
                  </a:lnTo>
                  <a:lnTo>
                    <a:pt x="372305" y="102869"/>
                  </a:lnTo>
                  <a:lnTo>
                    <a:pt x="371169" y="101599"/>
                  </a:lnTo>
                  <a:close/>
                </a:path>
                <a:path w="721995" h="1049020">
                  <a:moveTo>
                    <a:pt x="419450" y="139699"/>
                  </a:moveTo>
                  <a:lnTo>
                    <a:pt x="360662" y="139699"/>
                  </a:lnTo>
                  <a:lnTo>
                    <a:pt x="379790" y="154939"/>
                  </a:lnTo>
                  <a:lnTo>
                    <a:pt x="428381" y="182879"/>
                  </a:lnTo>
                  <a:lnTo>
                    <a:pt x="492257" y="208279"/>
                  </a:lnTo>
                  <a:lnTo>
                    <a:pt x="528820" y="220979"/>
                  </a:lnTo>
                  <a:lnTo>
                    <a:pt x="596722" y="236219"/>
                  </a:lnTo>
                  <a:lnTo>
                    <a:pt x="596766" y="492759"/>
                  </a:lnTo>
                  <a:lnTo>
                    <a:pt x="589042" y="549909"/>
                  </a:lnTo>
                  <a:lnTo>
                    <a:pt x="570753" y="593089"/>
                  </a:lnTo>
                  <a:lnTo>
                    <a:pt x="543721" y="626109"/>
                  </a:lnTo>
                  <a:lnTo>
                    <a:pt x="509768" y="651509"/>
                  </a:lnTo>
                  <a:lnTo>
                    <a:pt x="470716" y="669289"/>
                  </a:lnTo>
                  <a:lnTo>
                    <a:pt x="428387" y="683259"/>
                  </a:lnTo>
                  <a:lnTo>
                    <a:pt x="360641" y="701039"/>
                  </a:lnTo>
                  <a:lnTo>
                    <a:pt x="483935" y="701039"/>
                  </a:lnTo>
                  <a:lnTo>
                    <a:pt x="552968" y="665479"/>
                  </a:lnTo>
                  <a:lnTo>
                    <a:pt x="583477" y="636269"/>
                  </a:lnTo>
                  <a:lnTo>
                    <a:pt x="607471" y="599439"/>
                  </a:lnTo>
                  <a:lnTo>
                    <a:pt x="623583" y="552449"/>
                  </a:lnTo>
                  <a:lnTo>
                    <a:pt x="630448" y="494029"/>
                  </a:lnTo>
                  <a:lnTo>
                    <a:pt x="630492" y="492759"/>
                  </a:lnTo>
                  <a:lnTo>
                    <a:pt x="630492" y="212089"/>
                  </a:lnTo>
                  <a:lnTo>
                    <a:pt x="623218" y="204469"/>
                  </a:lnTo>
                  <a:lnTo>
                    <a:pt x="614153" y="204469"/>
                  </a:lnTo>
                  <a:lnTo>
                    <a:pt x="582033" y="199389"/>
                  </a:lnTo>
                  <a:lnTo>
                    <a:pt x="545686" y="190499"/>
                  </a:lnTo>
                  <a:lnTo>
                    <a:pt x="507307" y="177799"/>
                  </a:lnTo>
                  <a:lnTo>
                    <a:pt x="469092" y="163829"/>
                  </a:lnTo>
                  <a:lnTo>
                    <a:pt x="438969" y="149859"/>
                  </a:lnTo>
                  <a:lnTo>
                    <a:pt x="419450" y="139699"/>
                  </a:lnTo>
                  <a:close/>
                </a:path>
                <a:path w="721995" h="1049020">
                  <a:moveTo>
                    <a:pt x="214780" y="467359"/>
                  </a:moveTo>
                  <a:lnTo>
                    <a:pt x="208414" y="467359"/>
                  </a:lnTo>
                  <a:lnTo>
                    <a:pt x="202097" y="468629"/>
                  </a:lnTo>
                  <a:lnTo>
                    <a:pt x="196596" y="472439"/>
                  </a:lnTo>
                  <a:lnTo>
                    <a:pt x="193005" y="477519"/>
                  </a:lnTo>
                  <a:lnTo>
                    <a:pt x="191896" y="483869"/>
                  </a:lnTo>
                  <a:lnTo>
                    <a:pt x="193256" y="490219"/>
                  </a:lnTo>
                  <a:lnTo>
                    <a:pt x="197068" y="495299"/>
                  </a:lnTo>
                  <a:lnTo>
                    <a:pt x="267304" y="563879"/>
                  </a:lnTo>
                  <a:lnTo>
                    <a:pt x="272915" y="567689"/>
                  </a:lnTo>
                  <a:lnTo>
                    <a:pt x="279247" y="568959"/>
                  </a:lnTo>
                  <a:lnTo>
                    <a:pt x="285538" y="567689"/>
                  </a:lnTo>
                  <a:lnTo>
                    <a:pt x="291026" y="563879"/>
                  </a:lnTo>
                  <a:lnTo>
                    <a:pt x="325324" y="528319"/>
                  </a:lnTo>
                  <a:lnTo>
                    <a:pt x="278576" y="528319"/>
                  </a:lnTo>
                  <a:lnTo>
                    <a:pt x="220429" y="471169"/>
                  </a:lnTo>
                  <a:lnTo>
                    <a:pt x="214780" y="467359"/>
                  </a:lnTo>
                  <a:close/>
                </a:path>
                <a:path w="721995" h="1049020">
                  <a:moveTo>
                    <a:pt x="516282" y="288289"/>
                  </a:moveTo>
                  <a:lnTo>
                    <a:pt x="509974" y="290829"/>
                  </a:lnTo>
                  <a:lnTo>
                    <a:pt x="504478" y="294639"/>
                  </a:lnTo>
                  <a:lnTo>
                    <a:pt x="278576" y="528319"/>
                  </a:lnTo>
                  <a:lnTo>
                    <a:pt x="325324" y="528319"/>
                  </a:lnTo>
                  <a:lnTo>
                    <a:pt x="528659" y="317499"/>
                  </a:lnTo>
                  <a:lnTo>
                    <a:pt x="532253" y="312419"/>
                  </a:lnTo>
                  <a:lnTo>
                    <a:pt x="533377" y="306069"/>
                  </a:lnTo>
                  <a:lnTo>
                    <a:pt x="532044" y="299719"/>
                  </a:lnTo>
                  <a:lnTo>
                    <a:pt x="528266" y="293369"/>
                  </a:lnTo>
                  <a:lnTo>
                    <a:pt x="522635" y="289559"/>
                  </a:lnTo>
                  <a:lnTo>
                    <a:pt x="516282" y="288289"/>
                  </a:lnTo>
                  <a:close/>
                </a:path>
                <a:path w="721995" h="1049020">
                  <a:moveTo>
                    <a:pt x="365970" y="99059"/>
                  </a:moveTo>
                  <a:lnTo>
                    <a:pt x="355376" y="99059"/>
                  </a:lnTo>
                  <a:lnTo>
                    <a:pt x="353148" y="100329"/>
                  </a:lnTo>
                  <a:lnTo>
                    <a:pt x="351444" y="101599"/>
                  </a:lnTo>
                  <a:lnTo>
                    <a:pt x="369880" y="101599"/>
                  </a:lnTo>
                  <a:lnTo>
                    <a:pt x="365970" y="990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5" name="object 25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750431" y="8601456"/>
            <a:ext cx="2829686" cy="5504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789910" y="7909420"/>
            <a:ext cx="1469136" cy="142124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948334" y="3592220"/>
            <a:ext cx="16484600" cy="26168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41630" marR="5080" indent="-329565">
              <a:lnSpc>
                <a:spcPct val="141700"/>
              </a:lnSpc>
              <a:spcBef>
                <a:spcPts val="90"/>
              </a:spcBef>
              <a:buFont typeface="Arial"/>
              <a:buChar char="•"/>
              <a:tabLst>
                <a:tab pos="341630" algn="l"/>
              </a:tabLst>
            </a:pPr>
            <a:r>
              <a:rPr dirty="0" sz="3000" b="1">
                <a:solidFill>
                  <a:srgbClr val="FFFFFF"/>
                </a:solidFill>
                <a:latin typeface="Arial"/>
                <a:cs typeface="Arial"/>
              </a:rPr>
              <a:t>Knowledge</a:t>
            </a:r>
            <a:r>
              <a:rPr dirty="0" sz="30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000" b="1">
                <a:solidFill>
                  <a:srgbClr val="FFFFFF"/>
                </a:solidFill>
                <a:latin typeface="Arial"/>
                <a:cs typeface="Arial"/>
              </a:rPr>
              <a:t>graphs</a:t>
            </a:r>
            <a:r>
              <a:rPr dirty="0" sz="30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000" b="1">
                <a:solidFill>
                  <a:srgbClr val="FFFFFF"/>
                </a:solidFill>
                <a:latin typeface="Arial"/>
                <a:cs typeface="Arial"/>
              </a:rPr>
              <a:t>(KGs)</a:t>
            </a:r>
            <a:r>
              <a:rPr dirty="0" sz="30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000" spc="85" b="1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dirty="0" sz="30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000" spc="8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30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000" b="1">
                <a:solidFill>
                  <a:srgbClr val="FFFFFF"/>
                </a:solidFill>
                <a:latin typeface="Arial"/>
                <a:cs typeface="Arial"/>
              </a:rPr>
              <a:t>powerful</a:t>
            </a:r>
            <a:r>
              <a:rPr dirty="0" sz="30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000" spc="90" b="1">
                <a:solidFill>
                  <a:srgbClr val="FFFFFF"/>
                </a:solidFill>
                <a:latin typeface="Arial"/>
                <a:cs typeface="Arial"/>
              </a:rPr>
              <a:t>way</a:t>
            </a:r>
            <a:r>
              <a:rPr dirty="0" sz="30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000" spc="125" b="1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30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000" spc="85" b="1">
                <a:solidFill>
                  <a:srgbClr val="FFFFFF"/>
                </a:solidFill>
                <a:latin typeface="Arial"/>
                <a:cs typeface="Arial"/>
              </a:rPr>
              <a:t>represent</a:t>
            </a:r>
            <a:r>
              <a:rPr dirty="0" sz="30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000" spc="70" b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30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000" b="1">
                <a:solidFill>
                  <a:srgbClr val="FFFFFF"/>
                </a:solidFill>
                <a:latin typeface="Arial"/>
                <a:cs typeface="Arial"/>
              </a:rPr>
              <a:t>organize</a:t>
            </a:r>
            <a:r>
              <a:rPr dirty="0" sz="30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000" spc="50" b="1">
                <a:solidFill>
                  <a:srgbClr val="FFFFFF"/>
                </a:solidFill>
                <a:latin typeface="Arial"/>
                <a:cs typeface="Arial"/>
              </a:rPr>
              <a:t>information</a:t>
            </a:r>
            <a:r>
              <a:rPr dirty="0" sz="30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000" b="1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30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000" spc="30" b="1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sz="3000" spc="70" b="1">
                <a:solidFill>
                  <a:srgbClr val="FFFFFF"/>
                </a:solidFill>
                <a:latin typeface="Arial"/>
                <a:cs typeface="Arial"/>
              </a:rPr>
              <a:t>structured,</a:t>
            </a:r>
            <a:r>
              <a:rPr dirty="0" sz="30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000" spc="100" b="1">
                <a:solidFill>
                  <a:srgbClr val="FFFFFF"/>
                </a:solidFill>
                <a:latin typeface="Arial"/>
                <a:cs typeface="Arial"/>
              </a:rPr>
              <a:t>interconnected</a:t>
            </a:r>
            <a:r>
              <a:rPr dirty="0" sz="30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000" b="1">
                <a:solidFill>
                  <a:srgbClr val="FFFFFF"/>
                </a:solidFill>
                <a:latin typeface="Arial"/>
                <a:cs typeface="Arial"/>
              </a:rPr>
              <a:t>way.</a:t>
            </a:r>
            <a:r>
              <a:rPr dirty="0" sz="30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000" spc="50" b="1">
                <a:solidFill>
                  <a:srgbClr val="FFFFFF"/>
                </a:solidFill>
                <a:latin typeface="Arial"/>
                <a:cs typeface="Arial"/>
              </a:rPr>
              <a:t>They</a:t>
            </a:r>
            <a:r>
              <a:rPr dirty="0" sz="30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000" b="1">
                <a:solidFill>
                  <a:srgbClr val="FFFFFF"/>
                </a:solidFill>
                <a:latin typeface="Arial"/>
                <a:cs typeface="Arial"/>
              </a:rPr>
              <a:t>consist</a:t>
            </a:r>
            <a:r>
              <a:rPr dirty="0" sz="30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0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30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000" spc="85" b="1">
                <a:solidFill>
                  <a:srgbClr val="FFFFFF"/>
                </a:solidFill>
                <a:latin typeface="Arial"/>
                <a:cs typeface="Arial"/>
              </a:rPr>
              <a:t>entities</a:t>
            </a:r>
            <a:r>
              <a:rPr dirty="0" sz="30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000" spc="90" b="1">
                <a:solidFill>
                  <a:srgbClr val="FFFFFF"/>
                </a:solidFill>
                <a:latin typeface="Arial"/>
                <a:cs typeface="Arial"/>
              </a:rPr>
              <a:t>(nodes)</a:t>
            </a:r>
            <a:r>
              <a:rPr dirty="0" sz="30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000" spc="70" b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30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000" spc="135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30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000" spc="-10" b="1">
                <a:solidFill>
                  <a:srgbClr val="FFFFFF"/>
                </a:solidFill>
                <a:latin typeface="Arial"/>
                <a:cs typeface="Arial"/>
              </a:rPr>
              <a:t>relationships </a:t>
            </a:r>
            <a:r>
              <a:rPr dirty="0" sz="3000" spc="90" b="1">
                <a:solidFill>
                  <a:srgbClr val="FFFFFF"/>
                </a:solidFill>
                <a:latin typeface="Arial"/>
                <a:cs typeface="Arial"/>
              </a:rPr>
              <a:t>(edges)</a:t>
            </a:r>
            <a:r>
              <a:rPr dirty="0" sz="3000" spc="-1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000" spc="130" b="1">
                <a:solidFill>
                  <a:srgbClr val="FFFFFF"/>
                </a:solidFill>
                <a:latin typeface="Arial"/>
                <a:cs typeface="Arial"/>
              </a:rPr>
              <a:t>between</a:t>
            </a:r>
            <a:r>
              <a:rPr dirty="0" sz="3000" spc="-1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000" spc="80" b="1">
                <a:solidFill>
                  <a:srgbClr val="FFFFFF"/>
                </a:solidFill>
                <a:latin typeface="Arial"/>
                <a:cs typeface="Arial"/>
              </a:rPr>
              <a:t>them,</a:t>
            </a:r>
            <a:r>
              <a:rPr dirty="0" sz="3000" spc="-11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000" spc="-10" b="1">
                <a:solidFill>
                  <a:srgbClr val="FFFFFF"/>
                </a:solidFill>
                <a:latin typeface="Arial"/>
                <a:cs typeface="Arial"/>
              </a:rPr>
              <a:t>allowing</a:t>
            </a:r>
            <a:r>
              <a:rPr dirty="0" sz="3000" spc="-1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000" spc="85" b="1">
                <a:solidFill>
                  <a:srgbClr val="FFFFFF"/>
                </a:solidFill>
                <a:latin typeface="Arial"/>
                <a:cs typeface="Arial"/>
              </a:rPr>
              <a:t>complex</a:t>
            </a:r>
            <a:r>
              <a:rPr dirty="0" sz="30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000" spc="135" b="1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dirty="0" sz="3000" spc="-11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000" spc="135" b="1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3000" spc="-1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000" spc="140" b="1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dirty="0" sz="3000" spc="-11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000" spc="120" b="1">
                <a:solidFill>
                  <a:srgbClr val="FFFFFF"/>
                </a:solidFill>
                <a:latin typeface="Arial"/>
                <a:cs typeface="Arial"/>
              </a:rPr>
              <a:t>captured</a:t>
            </a:r>
            <a:r>
              <a:rPr dirty="0" sz="3000" spc="-1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000" b="1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3000" spc="-1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000" spc="8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3000" spc="-10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000" spc="90" b="1">
                <a:solidFill>
                  <a:srgbClr val="FFFFFF"/>
                </a:solidFill>
                <a:latin typeface="Arial"/>
                <a:cs typeface="Arial"/>
              </a:rPr>
              <a:t>way</a:t>
            </a:r>
            <a:r>
              <a:rPr dirty="0" sz="3000" spc="-1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000" spc="150" b="1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dirty="0" sz="3000" spc="-1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000" spc="-10" b="1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3000" spc="-11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000" spc="75" b="1">
                <a:solidFill>
                  <a:srgbClr val="FFFFFF"/>
                </a:solidFill>
                <a:latin typeface="Arial"/>
                <a:cs typeface="Arial"/>
              </a:rPr>
              <a:t>both </a:t>
            </a:r>
            <a:r>
              <a:rPr dirty="0" sz="3000" spc="130" b="1">
                <a:solidFill>
                  <a:srgbClr val="FFFFFF"/>
                </a:solidFill>
                <a:latin typeface="Arial"/>
                <a:cs typeface="Arial"/>
              </a:rPr>
              <a:t>machine-</a:t>
            </a:r>
            <a:r>
              <a:rPr dirty="0" sz="3000" spc="90" b="1">
                <a:solidFill>
                  <a:srgbClr val="FFFFFF"/>
                </a:solidFill>
                <a:latin typeface="Arial"/>
                <a:cs typeface="Arial"/>
              </a:rPr>
              <a:t>readable</a:t>
            </a:r>
            <a:r>
              <a:rPr dirty="0" sz="30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000" spc="70" b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30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000" spc="145" b="1">
                <a:solidFill>
                  <a:srgbClr val="FFFFFF"/>
                </a:solidFill>
                <a:latin typeface="Arial"/>
                <a:cs typeface="Arial"/>
              </a:rPr>
              <a:t>human-</a:t>
            </a:r>
            <a:r>
              <a:rPr dirty="0" sz="3000" spc="65" b="1">
                <a:solidFill>
                  <a:srgbClr val="FFFFFF"/>
                </a:solidFill>
                <a:latin typeface="Arial"/>
                <a:cs typeface="Arial"/>
              </a:rPr>
              <a:t>understandable</a:t>
            </a:r>
            <a:endParaRPr sz="30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987014" y="6615827"/>
            <a:ext cx="2837475" cy="347130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475137" y="6243316"/>
            <a:ext cx="79790" cy="2393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38380" y="0"/>
            <a:ext cx="5849620" cy="4553331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89910" y="7909420"/>
            <a:ext cx="1469136" cy="142124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6542785"/>
            <a:ext cx="5314061" cy="3744211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74317" y="487121"/>
            <a:ext cx="11400409" cy="923848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89024" y="1554480"/>
            <a:ext cx="11367262" cy="92354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93166" y="3565271"/>
            <a:ext cx="13895578" cy="661415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93166" y="4327271"/>
            <a:ext cx="14798040" cy="661415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93166" y="5088966"/>
            <a:ext cx="12997180" cy="661720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93166" y="5851525"/>
            <a:ext cx="11870055" cy="661415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93166" y="6613600"/>
            <a:ext cx="14446123" cy="661720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93166" y="7375906"/>
            <a:ext cx="11906758" cy="661415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93166" y="8137906"/>
            <a:ext cx="8753348" cy="6614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89910" y="7909420"/>
            <a:ext cx="1469136" cy="1421244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53558" y="4763312"/>
            <a:ext cx="7580884" cy="505396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467080" y="0"/>
            <a:ext cx="4820919" cy="6640703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17769" y="692150"/>
            <a:ext cx="7222108" cy="113385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16000" y="2016632"/>
            <a:ext cx="14869160" cy="2748915"/>
          </a:xfrm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12700" marR="93980">
              <a:lnSpc>
                <a:spcPts val="5400"/>
              </a:lnSpc>
              <a:spcBef>
                <a:spcPts val="145"/>
              </a:spcBef>
            </a:pPr>
            <a:r>
              <a:rPr dirty="0" sz="4350" b="1">
                <a:latin typeface="Arial"/>
                <a:cs typeface="Arial"/>
              </a:rPr>
              <a:t>The</a:t>
            </a:r>
            <a:r>
              <a:rPr dirty="0" sz="4350" spc="-130" b="1">
                <a:latin typeface="Arial"/>
                <a:cs typeface="Arial"/>
              </a:rPr>
              <a:t> </a:t>
            </a:r>
            <a:r>
              <a:rPr dirty="0" sz="4350" spc="-200" b="1">
                <a:latin typeface="Arial"/>
                <a:cs typeface="Arial"/>
              </a:rPr>
              <a:t>KG</a:t>
            </a:r>
            <a:r>
              <a:rPr dirty="0" sz="4350" spc="-125" b="1">
                <a:latin typeface="Arial"/>
                <a:cs typeface="Arial"/>
              </a:rPr>
              <a:t> </a:t>
            </a:r>
            <a:r>
              <a:rPr dirty="0" sz="4350" b="1">
                <a:latin typeface="Arial"/>
                <a:cs typeface="Arial"/>
              </a:rPr>
              <a:t>helps</a:t>
            </a:r>
            <a:r>
              <a:rPr dirty="0" sz="4350" spc="-125" b="1">
                <a:latin typeface="Arial"/>
                <a:cs typeface="Arial"/>
              </a:rPr>
              <a:t> </a:t>
            </a:r>
            <a:r>
              <a:rPr dirty="0" sz="4350" b="1">
                <a:latin typeface="Arial"/>
                <a:cs typeface="Arial"/>
              </a:rPr>
              <a:t>bridge</a:t>
            </a:r>
            <a:r>
              <a:rPr dirty="0" sz="4350" spc="-125" b="1">
                <a:latin typeface="Arial"/>
                <a:cs typeface="Arial"/>
              </a:rPr>
              <a:t> </a:t>
            </a:r>
            <a:r>
              <a:rPr dirty="0" sz="4350" spc="170" b="1">
                <a:latin typeface="Arial"/>
                <a:cs typeface="Arial"/>
              </a:rPr>
              <a:t>the</a:t>
            </a:r>
            <a:r>
              <a:rPr dirty="0" sz="4350" spc="-125" b="1">
                <a:latin typeface="Arial"/>
                <a:cs typeface="Arial"/>
              </a:rPr>
              <a:t> </a:t>
            </a:r>
            <a:r>
              <a:rPr dirty="0" sz="4350" spc="65" b="1">
                <a:latin typeface="Arial"/>
                <a:cs typeface="Arial"/>
              </a:rPr>
              <a:t>'semantic</a:t>
            </a:r>
            <a:r>
              <a:rPr dirty="0" sz="4350" spc="-145" b="1">
                <a:latin typeface="Arial"/>
                <a:cs typeface="Arial"/>
              </a:rPr>
              <a:t> </a:t>
            </a:r>
            <a:r>
              <a:rPr dirty="0" sz="4350" spc="-20" b="1">
                <a:latin typeface="Arial"/>
                <a:cs typeface="Arial"/>
              </a:rPr>
              <a:t>gap'</a:t>
            </a:r>
            <a:r>
              <a:rPr dirty="0" sz="4350" spc="-125" b="1">
                <a:latin typeface="Arial"/>
                <a:cs typeface="Arial"/>
              </a:rPr>
              <a:t> </a:t>
            </a:r>
            <a:r>
              <a:rPr dirty="0" sz="4350" spc="175" b="1">
                <a:latin typeface="Arial"/>
                <a:cs typeface="Arial"/>
              </a:rPr>
              <a:t>by</a:t>
            </a:r>
            <a:r>
              <a:rPr dirty="0" sz="4350" spc="-125" b="1">
                <a:latin typeface="Arial"/>
                <a:cs typeface="Arial"/>
              </a:rPr>
              <a:t> </a:t>
            </a:r>
            <a:r>
              <a:rPr dirty="0" sz="4350" b="1">
                <a:latin typeface="Arial"/>
                <a:cs typeface="Arial"/>
              </a:rPr>
              <a:t>providing</a:t>
            </a:r>
            <a:r>
              <a:rPr dirty="0" sz="4350" spc="-130" b="1">
                <a:latin typeface="Arial"/>
                <a:cs typeface="Arial"/>
              </a:rPr>
              <a:t> </a:t>
            </a:r>
            <a:r>
              <a:rPr dirty="0" sz="4350" spc="20" b="1">
                <a:latin typeface="Arial"/>
                <a:cs typeface="Arial"/>
              </a:rPr>
              <a:t>a </a:t>
            </a:r>
            <a:r>
              <a:rPr dirty="0" sz="4350" spc="110" b="1">
                <a:latin typeface="Arial"/>
                <a:cs typeface="Arial"/>
              </a:rPr>
              <a:t>structured</a:t>
            </a:r>
            <a:r>
              <a:rPr dirty="0" sz="4350" spc="-114" b="1">
                <a:latin typeface="Arial"/>
                <a:cs typeface="Arial"/>
              </a:rPr>
              <a:t> </a:t>
            </a:r>
            <a:r>
              <a:rPr dirty="0" sz="4350" spc="130" b="1">
                <a:latin typeface="Arial"/>
                <a:cs typeface="Arial"/>
              </a:rPr>
              <a:t>database</a:t>
            </a:r>
            <a:r>
              <a:rPr dirty="0" sz="4350" spc="-80" b="1">
                <a:latin typeface="Arial"/>
                <a:cs typeface="Arial"/>
              </a:rPr>
              <a:t> </a:t>
            </a:r>
            <a:r>
              <a:rPr dirty="0" sz="4350" b="1">
                <a:latin typeface="Arial"/>
                <a:cs typeface="Arial"/>
              </a:rPr>
              <a:t>of</a:t>
            </a:r>
            <a:r>
              <a:rPr dirty="0" sz="4350" spc="-110" b="1">
                <a:latin typeface="Arial"/>
                <a:cs typeface="Arial"/>
              </a:rPr>
              <a:t> </a:t>
            </a:r>
            <a:r>
              <a:rPr dirty="0" sz="4350" spc="210" b="1">
                <a:latin typeface="Arial"/>
                <a:cs typeface="Arial"/>
              </a:rPr>
              <a:t>real-</a:t>
            </a:r>
            <a:r>
              <a:rPr dirty="0" sz="4350" b="1">
                <a:latin typeface="Arial"/>
                <a:cs typeface="Arial"/>
              </a:rPr>
              <a:t>world</a:t>
            </a:r>
            <a:r>
              <a:rPr dirty="0" sz="4350" spc="-100" b="1">
                <a:latin typeface="Arial"/>
                <a:cs typeface="Arial"/>
              </a:rPr>
              <a:t> </a:t>
            </a:r>
            <a:r>
              <a:rPr dirty="0" sz="4350" spc="90" b="1">
                <a:latin typeface="Arial"/>
                <a:cs typeface="Arial"/>
              </a:rPr>
              <a:t>knowledge</a:t>
            </a:r>
            <a:r>
              <a:rPr dirty="0" sz="4350" spc="90" b="1">
                <a:latin typeface="Trebuchet MS"/>
                <a:cs typeface="Trebuchet MS"/>
              </a:rPr>
              <a:t>—</a:t>
            </a:r>
            <a:r>
              <a:rPr dirty="0" sz="4350" b="1">
                <a:latin typeface="Arial"/>
                <a:cs typeface="Arial"/>
              </a:rPr>
              <a:t>such</a:t>
            </a:r>
            <a:r>
              <a:rPr dirty="0" sz="4350" spc="-114" b="1">
                <a:latin typeface="Arial"/>
                <a:cs typeface="Arial"/>
              </a:rPr>
              <a:t> </a:t>
            </a:r>
            <a:r>
              <a:rPr dirty="0" sz="4350" spc="-25" b="1">
                <a:latin typeface="Arial"/>
                <a:cs typeface="Arial"/>
              </a:rPr>
              <a:t>as</a:t>
            </a:r>
            <a:endParaRPr sz="4350">
              <a:latin typeface="Arial"/>
              <a:cs typeface="Arial"/>
            </a:endParaRPr>
          </a:p>
          <a:p>
            <a:pPr marL="12700" marR="5080">
              <a:lnSpc>
                <a:spcPts val="5400"/>
              </a:lnSpc>
            </a:pPr>
            <a:r>
              <a:rPr dirty="0" sz="4350" spc="60" b="1">
                <a:latin typeface="Arial"/>
                <a:cs typeface="Arial"/>
              </a:rPr>
              <a:t>objects,</a:t>
            </a:r>
            <a:r>
              <a:rPr dirty="0" sz="4350" spc="-130" b="1">
                <a:latin typeface="Arial"/>
                <a:cs typeface="Arial"/>
              </a:rPr>
              <a:t> </a:t>
            </a:r>
            <a:r>
              <a:rPr dirty="0" sz="4350" b="1">
                <a:latin typeface="Arial"/>
                <a:cs typeface="Arial"/>
              </a:rPr>
              <a:t>actions,</a:t>
            </a:r>
            <a:r>
              <a:rPr dirty="0" sz="4350" spc="-125" b="1">
                <a:latin typeface="Arial"/>
                <a:cs typeface="Arial"/>
              </a:rPr>
              <a:t> </a:t>
            </a:r>
            <a:r>
              <a:rPr dirty="0" sz="4350" spc="75" b="1">
                <a:latin typeface="Arial"/>
                <a:cs typeface="Arial"/>
              </a:rPr>
              <a:t>and</a:t>
            </a:r>
            <a:r>
              <a:rPr dirty="0" sz="4350" spc="-125" b="1">
                <a:latin typeface="Arial"/>
                <a:cs typeface="Arial"/>
              </a:rPr>
              <a:t> </a:t>
            </a:r>
            <a:r>
              <a:rPr dirty="0" sz="4350" spc="60" b="1">
                <a:latin typeface="Arial"/>
                <a:cs typeface="Arial"/>
              </a:rPr>
              <a:t>relationships</a:t>
            </a:r>
            <a:r>
              <a:rPr dirty="0" sz="4350" spc="60" b="1">
                <a:latin typeface="Trebuchet MS"/>
                <a:cs typeface="Trebuchet MS"/>
              </a:rPr>
              <a:t>—</a:t>
            </a:r>
            <a:r>
              <a:rPr dirty="0" sz="4350" spc="195" b="1">
                <a:latin typeface="Arial"/>
                <a:cs typeface="Arial"/>
              </a:rPr>
              <a:t>that</a:t>
            </a:r>
            <a:r>
              <a:rPr dirty="0" sz="4350" spc="-145" b="1">
                <a:latin typeface="Arial"/>
                <a:cs typeface="Arial"/>
              </a:rPr>
              <a:t> </a:t>
            </a:r>
            <a:r>
              <a:rPr dirty="0" sz="4350" spc="170" b="1">
                <a:latin typeface="Arial"/>
                <a:cs typeface="Arial"/>
              </a:rPr>
              <a:t>the</a:t>
            </a:r>
            <a:r>
              <a:rPr dirty="0" sz="4350" spc="-125" b="1">
                <a:latin typeface="Arial"/>
                <a:cs typeface="Arial"/>
              </a:rPr>
              <a:t> </a:t>
            </a:r>
            <a:r>
              <a:rPr dirty="0" sz="4350" spc="-10" b="1">
                <a:latin typeface="Arial"/>
                <a:cs typeface="Arial"/>
              </a:rPr>
              <a:t>captioning </a:t>
            </a:r>
            <a:r>
              <a:rPr dirty="0" sz="4350" spc="75" b="1">
                <a:latin typeface="Arial"/>
                <a:cs typeface="Arial"/>
              </a:rPr>
              <a:t>model</a:t>
            </a:r>
            <a:r>
              <a:rPr dirty="0" sz="4350" spc="-165" b="1">
                <a:latin typeface="Arial"/>
                <a:cs typeface="Arial"/>
              </a:rPr>
              <a:t> </a:t>
            </a:r>
            <a:r>
              <a:rPr dirty="0" sz="4350" spc="75" b="1">
                <a:latin typeface="Arial"/>
                <a:cs typeface="Arial"/>
              </a:rPr>
              <a:t>can</a:t>
            </a:r>
            <a:r>
              <a:rPr dirty="0" sz="4350" spc="-165" b="1">
                <a:latin typeface="Arial"/>
                <a:cs typeface="Arial"/>
              </a:rPr>
              <a:t> </a:t>
            </a:r>
            <a:r>
              <a:rPr dirty="0" sz="4350" spc="-25" b="1">
                <a:latin typeface="Arial"/>
                <a:cs typeface="Arial"/>
              </a:rPr>
              <a:t>use</a:t>
            </a:r>
            <a:endParaRPr sz="435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6754874"/>
            <a:ext cx="4820920" cy="35321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10978" y="5593016"/>
            <a:ext cx="7477506" cy="4262247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27753" y="692150"/>
            <a:ext cx="8976106" cy="113385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41121" y="2180335"/>
            <a:ext cx="14206219" cy="3190240"/>
          </a:xfrm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 marR="5080" indent="123189">
              <a:lnSpc>
                <a:spcPct val="101600"/>
              </a:lnSpc>
              <a:spcBef>
                <a:spcPts val="25"/>
              </a:spcBef>
            </a:pPr>
            <a:r>
              <a:rPr dirty="0" sz="4100" spc="150" b="1">
                <a:latin typeface="Arial"/>
                <a:cs typeface="Arial"/>
              </a:rPr>
              <a:t>it</a:t>
            </a:r>
            <a:r>
              <a:rPr dirty="0" sz="4100" spc="-130" b="1">
                <a:latin typeface="Arial"/>
                <a:cs typeface="Arial"/>
              </a:rPr>
              <a:t> </a:t>
            </a:r>
            <a:r>
              <a:rPr dirty="0" sz="4100" b="1">
                <a:latin typeface="Arial"/>
                <a:cs typeface="Arial"/>
              </a:rPr>
              <a:t>aims</a:t>
            </a:r>
            <a:r>
              <a:rPr dirty="0" sz="4100" spc="-130" b="1">
                <a:latin typeface="Arial"/>
                <a:cs typeface="Arial"/>
              </a:rPr>
              <a:t> </a:t>
            </a:r>
            <a:r>
              <a:rPr dirty="0" sz="4100" spc="170" b="1">
                <a:latin typeface="Arial"/>
                <a:cs typeface="Arial"/>
              </a:rPr>
              <a:t>to</a:t>
            </a:r>
            <a:r>
              <a:rPr dirty="0" sz="4100" spc="-125" b="1">
                <a:latin typeface="Arial"/>
                <a:cs typeface="Arial"/>
              </a:rPr>
              <a:t> </a:t>
            </a:r>
            <a:r>
              <a:rPr dirty="0" sz="4100" spc="85" b="1">
                <a:latin typeface="Arial"/>
                <a:cs typeface="Arial"/>
              </a:rPr>
              <a:t>generate</a:t>
            </a:r>
            <a:r>
              <a:rPr dirty="0" sz="4100" spc="-165" b="1">
                <a:latin typeface="Arial"/>
                <a:cs typeface="Arial"/>
              </a:rPr>
              <a:t> </a:t>
            </a:r>
            <a:r>
              <a:rPr dirty="0" sz="4100" spc="130" b="1">
                <a:latin typeface="Arial"/>
                <a:cs typeface="Arial"/>
              </a:rPr>
              <a:t>textual</a:t>
            </a:r>
            <a:r>
              <a:rPr dirty="0" sz="4100" spc="-150" b="1">
                <a:latin typeface="Arial"/>
                <a:cs typeface="Arial"/>
              </a:rPr>
              <a:t> </a:t>
            </a:r>
            <a:r>
              <a:rPr dirty="0" sz="4100" spc="60" b="1">
                <a:latin typeface="Arial"/>
                <a:cs typeface="Arial"/>
              </a:rPr>
              <a:t>descriptions</a:t>
            </a:r>
            <a:r>
              <a:rPr dirty="0" sz="4100" spc="-130" b="1">
                <a:latin typeface="Arial"/>
                <a:cs typeface="Arial"/>
              </a:rPr>
              <a:t> </a:t>
            </a:r>
            <a:r>
              <a:rPr dirty="0" sz="4100" b="1">
                <a:latin typeface="Arial"/>
                <a:cs typeface="Arial"/>
              </a:rPr>
              <a:t>for</a:t>
            </a:r>
            <a:r>
              <a:rPr dirty="0" sz="4100" spc="-125" b="1">
                <a:latin typeface="Arial"/>
                <a:cs typeface="Arial"/>
              </a:rPr>
              <a:t> </a:t>
            </a:r>
            <a:r>
              <a:rPr dirty="0" sz="4100" spc="80" b="1">
                <a:latin typeface="Arial"/>
                <a:cs typeface="Arial"/>
              </a:rPr>
              <a:t>dynamic </a:t>
            </a:r>
            <a:r>
              <a:rPr dirty="0" sz="4100" b="1">
                <a:latin typeface="Arial"/>
                <a:cs typeface="Arial"/>
              </a:rPr>
              <a:t>video</a:t>
            </a:r>
            <a:r>
              <a:rPr dirty="0" sz="4100" spc="-140" b="1">
                <a:latin typeface="Arial"/>
                <a:cs typeface="Arial"/>
              </a:rPr>
              <a:t> </a:t>
            </a:r>
            <a:r>
              <a:rPr dirty="0" sz="4100" spc="165" b="1">
                <a:latin typeface="Arial"/>
                <a:cs typeface="Arial"/>
              </a:rPr>
              <a:t>by</a:t>
            </a:r>
            <a:r>
              <a:rPr dirty="0" sz="4100" spc="-140" b="1">
                <a:latin typeface="Arial"/>
                <a:cs typeface="Arial"/>
              </a:rPr>
              <a:t> </a:t>
            </a:r>
            <a:r>
              <a:rPr dirty="0" sz="4100" spc="55" b="1">
                <a:latin typeface="Arial"/>
                <a:cs typeface="Arial"/>
              </a:rPr>
              <a:t>capturing</a:t>
            </a:r>
            <a:r>
              <a:rPr dirty="0" sz="4100" spc="-120" b="1">
                <a:latin typeface="Arial"/>
                <a:cs typeface="Arial"/>
              </a:rPr>
              <a:t> </a:t>
            </a:r>
            <a:r>
              <a:rPr dirty="0" sz="4100" spc="110" b="1">
                <a:latin typeface="Arial"/>
                <a:cs typeface="Arial"/>
              </a:rPr>
              <a:t>both</a:t>
            </a:r>
            <a:r>
              <a:rPr dirty="0" sz="4100" spc="-150" b="1">
                <a:latin typeface="Arial"/>
                <a:cs typeface="Arial"/>
              </a:rPr>
              <a:t> </a:t>
            </a:r>
            <a:r>
              <a:rPr dirty="0" sz="4100" spc="-25" b="1">
                <a:latin typeface="Arial"/>
                <a:cs typeface="Arial"/>
              </a:rPr>
              <a:t>visual</a:t>
            </a:r>
            <a:r>
              <a:rPr dirty="0" sz="4100" spc="-135" b="1">
                <a:latin typeface="Arial"/>
                <a:cs typeface="Arial"/>
              </a:rPr>
              <a:t> </a:t>
            </a:r>
            <a:r>
              <a:rPr dirty="0" sz="4100" spc="95" b="1">
                <a:latin typeface="Arial"/>
                <a:cs typeface="Arial"/>
              </a:rPr>
              <a:t>features</a:t>
            </a:r>
            <a:r>
              <a:rPr dirty="0" sz="4100" spc="-165" b="1">
                <a:latin typeface="Arial"/>
                <a:cs typeface="Arial"/>
              </a:rPr>
              <a:t> </a:t>
            </a:r>
            <a:r>
              <a:rPr dirty="0" sz="4100" spc="65" b="1">
                <a:latin typeface="Arial"/>
                <a:cs typeface="Arial"/>
              </a:rPr>
              <a:t>from</a:t>
            </a:r>
            <a:r>
              <a:rPr dirty="0" sz="4100" spc="-150" b="1">
                <a:latin typeface="Arial"/>
                <a:cs typeface="Arial"/>
              </a:rPr>
              <a:t> </a:t>
            </a:r>
            <a:r>
              <a:rPr dirty="0" sz="4100" spc="65" b="1">
                <a:latin typeface="Arial"/>
                <a:cs typeface="Arial"/>
              </a:rPr>
              <a:t>frames</a:t>
            </a:r>
            <a:r>
              <a:rPr dirty="0" sz="4100" spc="-140" b="1">
                <a:latin typeface="Arial"/>
                <a:cs typeface="Arial"/>
              </a:rPr>
              <a:t> </a:t>
            </a:r>
            <a:r>
              <a:rPr dirty="0" sz="4100" spc="50" b="1">
                <a:latin typeface="Arial"/>
                <a:cs typeface="Arial"/>
              </a:rPr>
              <a:t>and </a:t>
            </a:r>
            <a:r>
              <a:rPr dirty="0" sz="4100" spc="-20" b="1">
                <a:latin typeface="Arial"/>
                <a:cs typeface="Arial"/>
              </a:rPr>
              <a:t>progression</a:t>
            </a:r>
            <a:r>
              <a:rPr dirty="0" sz="4100" spc="-135" b="1">
                <a:latin typeface="Arial"/>
                <a:cs typeface="Arial"/>
              </a:rPr>
              <a:t> </a:t>
            </a:r>
            <a:r>
              <a:rPr dirty="0" sz="4100" b="1">
                <a:latin typeface="Arial"/>
                <a:cs typeface="Arial"/>
              </a:rPr>
              <a:t>of</a:t>
            </a:r>
            <a:r>
              <a:rPr dirty="0" sz="4100" spc="-130" b="1">
                <a:latin typeface="Arial"/>
                <a:cs typeface="Arial"/>
              </a:rPr>
              <a:t> </a:t>
            </a:r>
            <a:r>
              <a:rPr dirty="0" sz="4100" b="1">
                <a:latin typeface="Arial"/>
                <a:cs typeface="Arial"/>
              </a:rPr>
              <a:t>actions.</a:t>
            </a:r>
            <a:r>
              <a:rPr dirty="0" sz="4100" spc="-135" b="1">
                <a:latin typeface="Arial"/>
                <a:cs typeface="Arial"/>
              </a:rPr>
              <a:t> </a:t>
            </a:r>
            <a:r>
              <a:rPr dirty="0" sz="4100" b="1">
                <a:latin typeface="Arial"/>
                <a:cs typeface="Arial"/>
              </a:rPr>
              <a:t>The</a:t>
            </a:r>
            <a:r>
              <a:rPr dirty="0" sz="4100" spc="-130" b="1">
                <a:latin typeface="Arial"/>
                <a:cs typeface="Arial"/>
              </a:rPr>
              <a:t> </a:t>
            </a:r>
            <a:r>
              <a:rPr dirty="0" sz="4100" spc="-20" b="1">
                <a:latin typeface="Arial"/>
                <a:cs typeface="Arial"/>
              </a:rPr>
              <a:t>goal</a:t>
            </a:r>
            <a:r>
              <a:rPr dirty="0" sz="4100" spc="-130" b="1">
                <a:latin typeface="Arial"/>
                <a:cs typeface="Arial"/>
              </a:rPr>
              <a:t> </a:t>
            </a:r>
            <a:r>
              <a:rPr dirty="0" sz="4100" spc="-55" b="1">
                <a:latin typeface="Arial"/>
                <a:cs typeface="Arial"/>
              </a:rPr>
              <a:t>is</a:t>
            </a:r>
            <a:r>
              <a:rPr dirty="0" sz="4100" spc="-135" b="1">
                <a:latin typeface="Arial"/>
                <a:cs typeface="Arial"/>
              </a:rPr>
              <a:t> </a:t>
            </a:r>
            <a:r>
              <a:rPr dirty="0" sz="4100" spc="170" b="1">
                <a:latin typeface="Arial"/>
                <a:cs typeface="Arial"/>
              </a:rPr>
              <a:t>to</a:t>
            </a:r>
            <a:r>
              <a:rPr dirty="0" sz="4100" spc="-130" b="1">
                <a:latin typeface="Arial"/>
                <a:cs typeface="Arial"/>
              </a:rPr>
              <a:t> </a:t>
            </a:r>
            <a:r>
              <a:rPr dirty="0" sz="4100" spc="150" b="1">
                <a:latin typeface="Arial"/>
                <a:cs typeface="Arial"/>
              </a:rPr>
              <a:t>create</a:t>
            </a:r>
            <a:r>
              <a:rPr dirty="0" sz="4100" spc="-130" b="1">
                <a:latin typeface="Arial"/>
                <a:cs typeface="Arial"/>
              </a:rPr>
              <a:t> </a:t>
            </a:r>
            <a:r>
              <a:rPr dirty="0" sz="4100" spc="50" b="1">
                <a:latin typeface="Arial"/>
                <a:cs typeface="Arial"/>
              </a:rPr>
              <a:t>captions </a:t>
            </a:r>
            <a:r>
              <a:rPr dirty="0" sz="4100" spc="185" b="1">
                <a:latin typeface="Arial"/>
                <a:cs typeface="Arial"/>
              </a:rPr>
              <a:t>that</a:t>
            </a:r>
            <a:r>
              <a:rPr dirty="0" sz="4100" spc="-155" b="1">
                <a:latin typeface="Arial"/>
                <a:cs typeface="Arial"/>
              </a:rPr>
              <a:t> </a:t>
            </a:r>
            <a:r>
              <a:rPr dirty="0" sz="4100" spc="105" b="1">
                <a:latin typeface="Arial"/>
                <a:cs typeface="Arial"/>
              </a:rPr>
              <a:t>not</a:t>
            </a:r>
            <a:r>
              <a:rPr dirty="0" sz="4100" spc="-155" b="1">
                <a:latin typeface="Arial"/>
                <a:cs typeface="Arial"/>
              </a:rPr>
              <a:t> </a:t>
            </a:r>
            <a:r>
              <a:rPr dirty="0" sz="4100" b="1">
                <a:latin typeface="Arial"/>
                <a:cs typeface="Arial"/>
              </a:rPr>
              <a:t>only</a:t>
            </a:r>
            <a:r>
              <a:rPr dirty="0" sz="4100" spc="-155" b="1">
                <a:latin typeface="Arial"/>
                <a:cs typeface="Arial"/>
              </a:rPr>
              <a:t> </a:t>
            </a:r>
            <a:r>
              <a:rPr dirty="0" sz="4100" spc="80" b="1">
                <a:latin typeface="Arial"/>
                <a:cs typeface="Arial"/>
              </a:rPr>
              <a:t>describe</a:t>
            </a:r>
            <a:r>
              <a:rPr dirty="0" sz="4100" spc="-165" b="1">
                <a:latin typeface="Arial"/>
                <a:cs typeface="Arial"/>
              </a:rPr>
              <a:t> </a:t>
            </a:r>
            <a:r>
              <a:rPr dirty="0" sz="4100" spc="160" b="1">
                <a:latin typeface="Arial"/>
                <a:cs typeface="Arial"/>
              </a:rPr>
              <a:t>the</a:t>
            </a:r>
            <a:r>
              <a:rPr dirty="0" sz="4100" spc="-155" b="1">
                <a:latin typeface="Arial"/>
                <a:cs typeface="Arial"/>
              </a:rPr>
              <a:t> </a:t>
            </a:r>
            <a:r>
              <a:rPr dirty="0" sz="4100" spc="100" b="1">
                <a:latin typeface="Arial"/>
                <a:cs typeface="Arial"/>
              </a:rPr>
              <a:t>objects</a:t>
            </a:r>
            <a:r>
              <a:rPr dirty="0" sz="4100" spc="-175" b="1">
                <a:latin typeface="Arial"/>
                <a:cs typeface="Arial"/>
              </a:rPr>
              <a:t> </a:t>
            </a:r>
            <a:r>
              <a:rPr dirty="0" sz="4100" spc="70" b="1">
                <a:latin typeface="Arial"/>
                <a:cs typeface="Arial"/>
              </a:rPr>
              <a:t>and</a:t>
            </a:r>
            <a:r>
              <a:rPr dirty="0" sz="4100" spc="-155" b="1">
                <a:latin typeface="Arial"/>
                <a:cs typeface="Arial"/>
              </a:rPr>
              <a:t> </a:t>
            </a:r>
            <a:r>
              <a:rPr dirty="0" sz="4100" spc="50" b="1">
                <a:latin typeface="Arial"/>
                <a:cs typeface="Arial"/>
              </a:rPr>
              <a:t>actions</a:t>
            </a:r>
            <a:r>
              <a:rPr dirty="0" sz="4100" spc="-150" b="1">
                <a:latin typeface="Arial"/>
                <a:cs typeface="Arial"/>
              </a:rPr>
              <a:t> </a:t>
            </a:r>
            <a:r>
              <a:rPr dirty="0" sz="4100" spc="165" b="1">
                <a:latin typeface="Arial"/>
                <a:cs typeface="Arial"/>
              </a:rPr>
              <a:t>but</a:t>
            </a:r>
            <a:r>
              <a:rPr dirty="0" sz="4100" spc="-155" b="1">
                <a:latin typeface="Arial"/>
                <a:cs typeface="Arial"/>
              </a:rPr>
              <a:t> </a:t>
            </a:r>
            <a:r>
              <a:rPr dirty="0" sz="4100" spc="-20" b="1">
                <a:latin typeface="Arial"/>
                <a:cs typeface="Arial"/>
              </a:rPr>
              <a:t>also </a:t>
            </a:r>
            <a:r>
              <a:rPr dirty="0" sz="4100" spc="90" b="1">
                <a:latin typeface="Arial"/>
                <a:cs typeface="Arial"/>
              </a:rPr>
              <a:t>account</a:t>
            </a:r>
            <a:r>
              <a:rPr dirty="0" sz="4100" spc="-105" b="1">
                <a:latin typeface="Arial"/>
                <a:cs typeface="Arial"/>
              </a:rPr>
              <a:t> </a:t>
            </a:r>
            <a:r>
              <a:rPr dirty="0" sz="4100" b="1">
                <a:latin typeface="Arial"/>
                <a:cs typeface="Arial"/>
              </a:rPr>
              <a:t>for</a:t>
            </a:r>
            <a:r>
              <a:rPr dirty="0" sz="4100" spc="-100" b="1">
                <a:latin typeface="Arial"/>
                <a:cs typeface="Arial"/>
              </a:rPr>
              <a:t> </a:t>
            </a:r>
            <a:r>
              <a:rPr dirty="0" sz="4100" spc="85" b="1">
                <a:latin typeface="Arial"/>
                <a:cs typeface="Arial"/>
              </a:rPr>
              <a:t>their</a:t>
            </a:r>
            <a:r>
              <a:rPr dirty="0" sz="4100" spc="-100" b="1">
                <a:latin typeface="Arial"/>
                <a:cs typeface="Arial"/>
              </a:rPr>
              <a:t> </a:t>
            </a:r>
            <a:r>
              <a:rPr dirty="0" sz="4100" spc="-20" b="1">
                <a:latin typeface="Arial"/>
                <a:cs typeface="Arial"/>
              </a:rPr>
              <a:t>progression</a:t>
            </a:r>
            <a:r>
              <a:rPr dirty="0" sz="4100" spc="-100" b="1">
                <a:latin typeface="Arial"/>
                <a:cs typeface="Arial"/>
              </a:rPr>
              <a:t> </a:t>
            </a:r>
            <a:r>
              <a:rPr dirty="0" sz="4100" b="1">
                <a:latin typeface="Arial"/>
                <a:cs typeface="Arial"/>
              </a:rPr>
              <a:t>over</a:t>
            </a:r>
            <a:r>
              <a:rPr dirty="0" sz="4100" spc="-110" b="1">
                <a:latin typeface="Arial"/>
                <a:cs typeface="Arial"/>
              </a:rPr>
              <a:t> </a:t>
            </a:r>
            <a:r>
              <a:rPr dirty="0" sz="4100" spc="135" b="1">
                <a:latin typeface="Arial"/>
                <a:cs typeface="Arial"/>
              </a:rPr>
              <a:t>time</a:t>
            </a:r>
            <a:endParaRPr sz="41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6542785"/>
            <a:ext cx="5314061" cy="3744211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870303" y="0"/>
            <a:ext cx="3417696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726665" y="0"/>
            <a:ext cx="3561334" cy="685038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12837" y="1888489"/>
            <a:ext cx="3588956" cy="3588892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789910" y="7909420"/>
            <a:ext cx="1469136" cy="142124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6542785"/>
            <a:ext cx="5314061" cy="3744211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311760" y="1488694"/>
            <a:ext cx="3687318" cy="3687191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753350" y="5514213"/>
            <a:ext cx="3387217" cy="3387217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03883" y="2531059"/>
            <a:ext cx="3124580" cy="678484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832482" y="3318002"/>
            <a:ext cx="2650997" cy="678180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439291" y="4105909"/>
            <a:ext cx="3267583" cy="678179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599808" y="415747"/>
            <a:ext cx="4877689" cy="814120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3138150" y="2031745"/>
            <a:ext cx="2385567" cy="537972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3194537" y="2655061"/>
            <a:ext cx="2289429" cy="537972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2821157" y="3276853"/>
            <a:ext cx="3167634" cy="537972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3086334" y="3899027"/>
            <a:ext cx="2408936" cy="537972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749030" y="6105474"/>
            <a:ext cx="1856231" cy="573328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878826" y="6765925"/>
            <a:ext cx="3586479" cy="573024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8093709" y="7427341"/>
            <a:ext cx="3164204" cy="5730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79702" y="0"/>
            <a:ext cx="3908298" cy="6074918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52336" y="692150"/>
            <a:ext cx="5671566" cy="113385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6542785"/>
            <a:ext cx="5314061" cy="3744211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0397" y="2518536"/>
            <a:ext cx="286512" cy="560831"/>
          </a:xfrm>
          <a:prstGeom prst="rect">
            <a:avLst/>
          </a:prstGeom>
        </p:spPr>
      </p:pic>
      <p:grpSp>
        <p:nvGrpSpPr>
          <p:cNvPr id="7" name="object 7" descr=""/>
          <p:cNvGrpSpPr/>
          <p:nvPr/>
        </p:nvGrpSpPr>
        <p:grpSpPr>
          <a:xfrm>
            <a:off x="1012545" y="2507869"/>
            <a:ext cx="12823190" cy="571500"/>
            <a:chOff x="1012545" y="2507869"/>
            <a:chExt cx="12823190" cy="571500"/>
          </a:xfrm>
        </p:grpSpPr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12545" y="2518537"/>
              <a:ext cx="4725060" cy="560831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65038" y="2518537"/>
              <a:ext cx="738378" cy="560831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37705" y="2518537"/>
              <a:ext cx="4772660" cy="560831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347703" y="2518537"/>
              <a:ext cx="338327" cy="560831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516867" y="2507869"/>
              <a:ext cx="2318512" cy="571500"/>
            </a:xfrm>
            <a:prstGeom prst="rect">
              <a:avLst/>
            </a:prstGeom>
          </p:spPr>
        </p:pic>
      </p:grpSp>
      <p:pic>
        <p:nvPicPr>
          <p:cNvPr id="13" name="object 13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3883893" y="2507869"/>
            <a:ext cx="1167765" cy="571500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5098521" y="2507869"/>
            <a:ext cx="1006221" cy="571500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6182466" y="2507869"/>
            <a:ext cx="1705863" cy="571500"/>
          </a:xfrm>
          <a:prstGeom prst="rect">
            <a:avLst/>
          </a:prstGeom>
        </p:spPr>
      </p:pic>
      <p:grpSp>
        <p:nvGrpSpPr>
          <p:cNvPr id="16" name="object 16" descr=""/>
          <p:cNvGrpSpPr/>
          <p:nvPr/>
        </p:nvGrpSpPr>
        <p:grpSpPr>
          <a:xfrm>
            <a:off x="590397" y="3307969"/>
            <a:ext cx="13697585" cy="571500"/>
            <a:chOff x="590397" y="3307969"/>
            <a:chExt cx="13697585" cy="571500"/>
          </a:xfrm>
        </p:grpSpPr>
        <p:pic>
          <p:nvPicPr>
            <p:cNvPr id="17" name="object 17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90397" y="3307969"/>
              <a:ext cx="2255901" cy="571500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765424" y="3307969"/>
              <a:ext cx="710946" cy="571500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381121" y="3307969"/>
              <a:ext cx="1548638" cy="571500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850256" y="3307969"/>
              <a:ext cx="2401442" cy="571500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153401" y="3307969"/>
              <a:ext cx="3077591" cy="571500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152888" y="3307969"/>
              <a:ext cx="2286888" cy="571500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2295886" y="3307969"/>
              <a:ext cx="1914143" cy="571500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3970762" y="3318637"/>
              <a:ext cx="316992" cy="560831"/>
            </a:xfrm>
            <a:prstGeom prst="rect">
              <a:avLst/>
            </a:prstGeom>
          </p:spPr>
        </p:pic>
      </p:grpSp>
      <p:grpSp>
        <p:nvGrpSpPr>
          <p:cNvPr id="25" name="object 25" descr=""/>
          <p:cNvGrpSpPr/>
          <p:nvPr/>
        </p:nvGrpSpPr>
        <p:grpSpPr>
          <a:xfrm>
            <a:off x="590397" y="4908550"/>
            <a:ext cx="17338675" cy="571500"/>
            <a:chOff x="590397" y="4908550"/>
            <a:chExt cx="17338675" cy="571500"/>
          </a:xfrm>
        </p:grpSpPr>
        <p:pic>
          <p:nvPicPr>
            <p:cNvPr id="26" name="object 26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90397" y="4919217"/>
              <a:ext cx="3220212" cy="560831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692016" y="4919217"/>
              <a:ext cx="653796" cy="560831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274185" y="4919217"/>
              <a:ext cx="2273299" cy="560831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409690" y="4919217"/>
              <a:ext cx="1751330" cy="560831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057134" y="4919217"/>
              <a:ext cx="653796" cy="560831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8640826" y="4919217"/>
              <a:ext cx="1670050" cy="560831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032491" y="4919217"/>
              <a:ext cx="338327" cy="560831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0347960" y="4908550"/>
              <a:ext cx="1556384" cy="571500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1739372" y="4908550"/>
              <a:ext cx="1141476" cy="571500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2798805" y="4908550"/>
              <a:ext cx="1519682" cy="571500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4213077" y="4908550"/>
              <a:ext cx="2205228" cy="571500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6319626" y="4908550"/>
              <a:ext cx="1609090" cy="571500"/>
            </a:xfrm>
            <a:prstGeom prst="rect">
              <a:avLst/>
            </a:prstGeom>
          </p:spPr>
        </p:pic>
      </p:grpSp>
      <p:grpSp>
        <p:nvGrpSpPr>
          <p:cNvPr id="38" name="object 38" descr=""/>
          <p:cNvGrpSpPr/>
          <p:nvPr/>
        </p:nvGrpSpPr>
        <p:grpSpPr>
          <a:xfrm>
            <a:off x="590397" y="5708345"/>
            <a:ext cx="6657975" cy="572135"/>
            <a:chOff x="590397" y="5708345"/>
            <a:chExt cx="6657975" cy="572135"/>
          </a:xfrm>
        </p:grpSpPr>
        <p:pic>
          <p:nvPicPr>
            <p:cNvPr id="39" name="object 39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90397" y="5708345"/>
              <a:ext cx="963168" cy="571804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454530" y="5708345"/>
              <a:ext cx="1260411" cy="571804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2645028" y="5708345"/>
              <a:ext cx="2446655" cy="571804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4961509" y="5708345"/>
              <a:ext cx="686257" cy="571804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5560822" y="5708345"/>
              <a:ext cx="1687322" cy="571804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7007098" y="5708345"/>
              <a:ext cx="222503" cy="571804"/>
            </a:xfrm>
            <a:prstGeom prst="rect">
              <a:avLst/>
            </a:prstGeom>
          </p:spPr>
        </p:pic>
      </p:grpSp>
      <p:pic>
        <p:nvPicPr>
          <p:cNvPr id="45" name="object 4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0397" y="7319771"/>
            <a:ext cx="286512" cy="560832"/>
          </a:xfrm>
          <a:prstGeom prst="rect">
            <a:avLst/>
          </a:prstGeom>
        </p:spPr>
      </p:pic>
      <p:grpSp>
        <p:nvGrpSpPr>
          <p:cNvPr id="46" name="object 46" descr=""/>
          <p:cNvGrpSpPr/>
          <p:nvPr/>
        </p:nvGrpSpPr>
        <p:grpSpPr>
          <a:xfrm>
            <a:off x="965301" y="7319771"/>
            <a:ext cx="3775710" cy="561340"/>
            <a:chOff x="965301" y="7319771"/>
            <a:chExt cx="3775710" cy="561340"/>
          </a:xfrm>
        </p:grpSpPr>
        <p:pic>
          <p:nvPicPr>
            <p:cNvPr id="47" name="object 47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965301" y="7319771"/>
              <a:ext cx="3709695" cy="560832"/>
            </a:xfrm>
            <a:prstGeom prst="rect">
              <a:avLst/>
            </a:prstGeom>
          </p:spPr>
        </p:pic>
        <p:pic>
          <p:nvPicPr>
            <p:cNvPr id="48" name="object 4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02201" y="7319771"/>
              <a:ext cx="338327" cy="560832"/>
            </a:xfrm>
            <a:prstGeom prst="rect">
              <a:avLst/>
            </a:prstGeom>
          </p:spPr>
        </p:pic>
      </p:grpSp>
      <p:grpSp>
        <p:nvGrpSpPr>
          <p:cNvPr id="49" name="object 49" descr=""/>
          <p:cNvGrpSpPr/>
          <p:nvPr/>
        </p:nvGrpSpPr>
        <p:grpSpPr>
          <a:xfrm>
            <a:off x="4804536" y="7309104"/>
            <a:ext cx="13165455" cy="571500"/>
            <a:chOff x="4804536" y="7309104"/>
            <a:chExt cx="13165455" cy="571500"/>
          </a:xfrm>
        </p:grpSpPr>
        <p:pic>
          <p:nvPicPr>
            <p:cNvPr id="50" name="object 50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4804536" y="7309104"/>
              <a:ext cx="11502898" cy="571500"/>
            </a:xfrm>
            <a:prstGeom prst="rect">
              <a:avLst/>
            </a:prstGeom>
          </p:spPr>
        </p:pic>
        <p:pic>
          <p:nvPicPr>
            <p:cNvPr id="51" name="object 51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6344010" y="7309104"/>
              <a:ext cx="1625853" cy="571500"/>
            </a:xfrm>
            <a:prstGeom prst="rect">
              <a:avLst/>
            </a:prstGeom>
          </p:spPr>
        </p:pic>
      </p:grpSp>
      <p:grpSp>
        <p:nvGrpSpPr>
          <p:cNvPr id="52" name="object 52" descr=""/>
          <p:cNvGrpSpPr/>
          <p:nvPr/>
        </p:nvGrpSpPr>
        <p:grpSpPr>
          <a:xfrm>
            <a:off x="590397" y="8108898"/>
            <a:ext cx="4126229" cy="572135"/>
            <a:chOff x="590397" y="8108898"/>
            <a:chExt cx="4126229" cy="572135"/>
          </a:xfrm>
        </p:grpSpPr>
        <p:pic>
          <p:nvPicPr>
            <p:cNvPr id="53" name="object 53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90397" y="8108898"/>
              <a:ext cx="1519682" cy="571804"/>
            </a:xfrm>
            <a:prstGeom prst="rect">
              <a:avLst/>
            </a:prstGeom>
          </p:spPr>
        </p:pic>
        <p:pic>
          <p:nvPicPr>
            <p:cNvPr id="54" name="object 54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998852" y="8108898"/>
              <a:ext cx="2717419" cy="571804"/>
            </a:xfrm>
            <a:prstGeom prst="rect">
              <a:avLst/>
            </a:prstGeom>
          </p:spPr>
        </p:pic>
        <p:pic>
          <p:nvPicPr>
            <p:cNvPr id="55" name="object 55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4469256" y="8108898"/>
              <a:ext cx="222503" cy="571804"/>
            </a:xfrm>
            <a:prstGeom prst="rect">
              <a:avLst/>
            </a:prstGeom>
          </p:spPr>
        </p:pic>
      </p:grpSp>
      <p:pic>
        <p:nvPicPr>
          <p:cNvPr id="56" name="object 56" descr="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15789910" y="8293975"/>
            <a:ext cx="1469136" cy="14212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36114" y="0"/>
            <a:ext cx="3651884" cy="6074918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17640" y="692150"/>
            <a:ext cx="6233541" cy="1133855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6542785"/>
            <a:ext cx="14282419" cy="3744595"/>
            <a:chOff x="0" y="6542785"/>
            <a:chExt cx="14282419" cy="3744595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6542785"/>
              <a:ext cx="5314061" cy="3744211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9835" y="6555612"/>
              <a:ext cx="1846199" cy="591312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78581" y="6555612"/>
              <a:ext cx="2558922" cy="591312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30952" y="6555612"/>
              <a:ext cx="1830831" cy="591312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076186" y="6555612"/>
              <a:ext cx="1227327" cy="591312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144510" y="6555612"/>
              <a:ext cx="2002917" cy="591312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043413" y="6555612"/>
              <a:ext cx="1210055" cy="591312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157838" y="6555612"/>
              <a:ext cx="3115437" cy="591312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4050645" y="6555612"/>
              <a:ext cx="231648" cy="591312"/>
            </a:xfrm>
            <a:prstGeom prst="rect">
              <a:avLst/>
            </a:prstGeom>
          </p:spPr>
        </p:pic>
      </p:grpSp>
      <p:pic>
        <p:nvPicPr>
          <p:cNvPr id="15" name="object 15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119835" y="2435605"/>
            <a:ext cx="1769110" cy="582168"/>
          </a:xfrm>
          <a:prstGeom prst="rect">
            <a:avLst/>
          </a:prstGeom>
        </p:spPr>
      </p:pic>
      <p:grpSp>
        <p:nvGrpSpPr>
          <p:cNvPr id="16" name="object 16" descr=""/>
          <p:cNvGrpSpPr/>
          <p:nvPr/>
        </p:nvGrpSpPr>
        <p:grpSpPr>
          <a:xfrm>
            <a:off x="2942589" y="2435605"/>
            <a:ext cx="3970654" cy="582295"/>
            <a:chOff x="2942589" y="2435605"/>
            <a:chExt cx="3970654" cy="582295"/>
          </a:xfrm>
        </p:grpSpPr>
        <p:pic>
          <p:nvPicPr>
            <p:cNvPr id="17" name="object 17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942589" y="2435605"/>
              <a:ext cx="3901566" cy="582168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565392" y="2435605"/>
              <a:ext cx="347472" cy="582168"/>
            </a:xfrm>
            <a:prstGeom prst="rect">
              <a:avLst/>
            </a:prstGeom>
          </p:spPr>
        </p:pic>
      </p:grpSp>
      <p:grpSp>
        <p:nvGrpSpPr>
          <p:cNvPr id="19" name="object 19" descr=""/>
          <p:cNvGrpSpPr/>
          <p:nvPr/>
        </p:nvGrpSpPr>
        <p:grpSpPr>
          <a:xfrm>
            <a:off x="7045706" y="2426461"/>
            <a:ext cx="6179820" cy="591820"/>
            <a:chOff x="7045706" y="2426461"/>
            <a:chExt cx="6179820" cy="591820"/>
          </a:xfrm>
        </p:grpSpPr>
        <p:pic>
          <p:nvPicPr>
            <p:cNvPr id="20" name="object 20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045706" y="2426461"/>
              <a:ext cx="4866258" cy="591312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1948795" y="2426461"/>
              <a:ext cx="1276349" cy="591312"/>
            </a:xfrm>
            <a:prstGeom prst="rect">
              <a:avLst/>
            </a:prstGeom>
          </p:spPr>
        </p:pic>
      </p:grpSp>
      <p:pic>
        <p:nvPicPr>
          <p:cNvPr id="22" name="object 22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3277722" y="2426461"/>
            <a:ext cx="3135757" cy="591312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6463137" y="2426461"/>
            <a:ext cx="710946" cy="591312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7245330" y="2426461"/>
            <a:ext cx="999744" cy="591312"/>
          </a:xfrm>
          <a:prstGeom prst="rect">
            <a:avLst/>
          </a:prstGeom>
        </p:spPr>
      </p:pic>
      <p:grpSp>
        <p:nvGrpSpPr>
          <p:cNvPr id="25" name="object 25" descr=""/>
          <p:cNvGrpSpPr/>
          <p:nvPr/>
        </p:nvGrpSpPr>
        <p:grpSpPr>
          <a:xfrm>
            <a:off x="1119835" y="3252851"/>
            <a:ext cx="9190355" cy="591820"/>
            <a:chOff x="1119835" y="3252851"/>
            <a:chExt cx="9190355" cy="591820"/>
          </a:xfrm>
        </p:grpSpPr>
        <p:pic>
          <p:nvPicPr>
            <p:cNvPr id="26" name="object 26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119835" y="3252851"/>
              <a:ext cx="2034286" cy="591312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049269" y="3252851"/>
              <a:ext cx="1227734" cy="591312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117847" y="3252851"/>
              <a:ext cx="3187573" cy="591312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220965" y="3252851"/>
              <a:ext cx="610362" cy="591312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774177" y="3252851"/>
              <a:ext cx="997712" cy="591312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8668765" y="3252851"/>
              <a:ext cx="1574546" cy="591312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980930" y="3261995"/>
              <a:ext cx="329183" cy="582167"/>
            </a:xfrm>
            <a:prstGeom prst="rect">
              <a:avLst/>
            </a:prstGeom>
          </p:spPr>
        </p:pic>
      </p:grpSp>
      <p:grpSp>
        <p:nvGrpSpPr>
          <p:cNvPr id="33" name="object 33" descr=""/>
          <p:cNvGrpSpPr/>
          <p:nvPr/>
        </p:nvGrpSpPr>
        <p:grpSpPr>
          <a:xfrm>
            <a:off x="1119835" y="4078859"/>
            <a:ext cx="17125315" cy="591820"/>
            <a:chOff x="1119835" y="4078859"/>
            <a:chExt cx="17125315" cy="591820"/>
          </a:xfrm>
        </p:grpSpPr>
        <p:pic>
          <p:nvPicPr>
            <p:cNvPr id="34" name="object 34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119835" y="4088003"/>
              <a:ext cx="2587117" cy="582168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590544" y="4088003"/>
              <a:ext cx="2479167" cy="582168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794247" y="4078859"/>
              <a:ext cx="2764154" cy="591312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8459977" y="4078859"/>
              <a:ext cx="1475867" cy="591312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9862058" y="4078859"/>
              <a:ext cx="1227734" cy="591312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0955147" y="4078859"/>
              <a:ext cx="2417445" cy="591312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3276198" y="4078859"/>
              <a:ext cx="2284094" cy="591312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5478633" y="4078859"/>
              <a:ext cx="1181100" cy="591312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6595724" y="4078859"/>
              <a:ext cx="1648840" cy="591312"/>
            </a:xfrm>
            <a:prstGeom prst="rect">
              <a:avLst/>
            </a:prstGeom>
          </p:spPr>
        </p:pic>
      </p:grpSp>
      <p:grpSp>
        <p:nvGrpSpPr>
          <p:cNvPr id="43" name="object 43" descr=""/>
          <p:cNvGrpSpPr/>
          <p:nvPr/>
        </p:nvGrpSpPr>
        <p:grpSpPr>
          <a:xfrm>
            <a:off x="1119835" y="4903038"/>
            <a:ext cx="2034539" cy="591820"/>
            <a:chOff x="1119835" y="4903038"/>
            <a:chExt cx="2034539" cy="591820"/>
          </a:xfrm>
        </p:grpSpPr>
        <p:pic>
          <p:nvPicPr>
            <p:cNvPr id="44" name="object 44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119835" y="4903038"/>
              <a:ext cx="2034286" cy="591616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2899918" y="4903038"/>
              <a:ext cx="231648" cy="591616"/>
            </a:xfrm>
            <a:prstGeom prst="rect">
              <a:avLst/>
            </a:prstGeom>
          </p:spPr>
        </p:pic>
      </p:grpSp>
      <p:sp>
        <p:nvSpPr>
          <p:cNvPr id="46" name="object 46" descr=""/>
          <p:cNvSpPr txBox="1"/>
          <p:nvPr/>
        </p:nvSpPr>
        <p:spPr>
          <a:xfrm>
            <a:off x="694131" y="2375661"/>
            <a:ext cx="195580" cy="3910329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800" spc="-5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3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79"/>
              </a:spcBef>
            </a:pPr>
            <a:endParaRPr sz="3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3800" spc="-5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3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70"/>
              </a:spcBef>
            </a:pPr>
            <a:endParaRPr sz="3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3800" spc="-5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3800">
              <a:latin typeface="Arial"/>
              <a:cs typeface="Arial"/>
            </a:endParaRPr>
          </a:p>
        </p:txBody>
      </p:sp>
      <p:pic>
        <p:nvPicPr>
          <p:cNvPr id="47" name="object 47" descr="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1119835" y="5738748"/>
            <a:ext cx="2167128" cy="582167"/>
          </a:xfrm>
          <a:prstGeom prst="rect">
            <a:avLst/>
          </a:prstGeom>
        </p:spPr>
      </p:pic>
      <p:grpSp>
        <p:nvGrpSpPr>
          <p:cNvPr id="48" name="object 48" descr=""/>
          <p:cNvGrpSpPr/>
          <p:nvPr/>
        </p:nvGrpSpPr>
        <p:grpSpPr>
          <a:xfrm>
            <a:off x="3343402" y="5738748"/>
            <a:ext cx="1231900" cy="582295"/>
            <a:chOff x="3343402" y="5738748"/>
            <a:chExt cx="1231900" cy="582295"/>
          </a:xfrm>
        </p:grpSpPr>
        <p:pic>
          <p:nvPicPr>
            <p:cNvPr id="49" name="object 49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343402" y="5738748"/>
              <a:ext cx="1178966" cy="582167"/>
            </a:xfrm>
            <a:prstGeom prst="rect">
              <a:avLst/>
            </a:prstGeom>
          </p:spPr>
        </p:pic>
        <p:pic>
          <p:nvPicPr>
            <p:cNvPr id="50" name="object 50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4227576" y="5738748"/>
              <a:ext cx="347472" cy="582167"/>
            </a:xfrm>
            <a:prstGeom prst="rect">
              <a:avLst/>
            </a:prstGeom>
          </p:spPr>
        </p:pic>
      </p:grpSp>
      <p:grpSp>
        <p:nvGrpSpPr>
          <p:cNvPr id="51" name="object 51" descr=""/>
          <p:cNvGrpSpPr/>
          <p:nvPr/>
        </p:nvGrpSpPr>
        <p:grpSpPr>
          <a:xfrm>
            <a:off x="4698491" y="5729604"/>
            <a:ext cx="4480560" cy="591820"/>
            <a:chOff x="4698491" y="5729604"/>
            <a:chExt cx="4480560" cy="591820"/>
          </a:xfrm>
        </p:grpSpPr>
        <p:pic>
          <p:nvPicPr>
            <p:cNvPr id="52" name="object 52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4698491" y="5729604"/>
              <a:ext cx="3578224" cy="591312"/>
            </a:xfrm>
            <a:prstGeom prst="rect">
              <a:avLst/>
            </a:prstGeom>
          </p:spPr>
        </p:pic>
        <p:pic>
          <p:nvPicPr>
            <p:cNvPr id="53" name="object 53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8303005" y="5729604"/>
              <a:ext cx="875792" cy="591312"/>
            </a:xfrm>
            <a:prstGeom prst="rect">
              <a:avLst/>
            </a:prstGeom>
          </p:spPr>
        </p:pic>
      </p:grpSp>
      <p:pic>
        <p:nvPicPr>
          <p:cNvPr id="54" name="object 54" descr="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9258554" y="5729604"/>
            <a:ext cx="2259203" cy="591312"/>
          </a:xfrm>
          <a:prstGeom prst="rect">
            <a:avLst/>
          </a:prstGeom>
        </p:spPr>
      </p:pic>
      <p:grpSp>
        <p:nvGrpSpPr>
          <p:cNvPr id="55" name="object 55" descr=""/>
          <p:cNvGrpSpPr/>
          <p:nvPr/>
        </p:nvGrpSpPr>
        <p:grpSpPr>
          <a:xfrm>
            <a:off x="11590655" y="5729604"/>
            <a:ext cx="3413760" cy="591820"/>
            <a:chOff x="11590655" y="5729604"/>
            <a:chExt cx="3413760" cy="591820"/>
          </a:xfrm>
        </p:grpSpPr>
        <p:pic>
          <p:nvPicPr>
            <p:cNvPr id="56" name="object 56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1590655" y="5729604"/>
              <a:ext cx="2359533" cy="591312"/>
            </a:xfrm>
            <a:prstGeom prst="rect">
              <a:avLst/>
            </a:prstGeom>
          </p:spPr>
        </p:pic>
        <p:pic>
          <p:nvPicPr>
            <p:cNvPr id="57" name="object 57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3985113" y="5729604"/>
              <a:ext cx="1019175" cy="591312"/>
            </a:xfrm>
            <a:prstGeom prst="rect">
              <a:avLst/>
            </a:prstGeom>
          </p:spPr>
        </p:pic>
      </p:grpSp>
      <p:pic>
        <p:nvPicPr>
          <p:cNvPr id="58" name="object 58" descr="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15099157" y="5729604"/>
            <a:ext cx="3159125" cy="591312"/>
          </a:xfrm>
          <a:prstGeom prst="rect">
            <a:avLst/>
          </a:prstGeom>
        </p:spPr>
      </p:pic>
      <p:pic>
        <p:nvPicPr>
          <p:cNvPr id="59" name="object 59" descr="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15789910" y="8293975"/>
            <a:ext cx="1469136" cy="14212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38380" y="0"/>
            <a:ext cx="5849620" cy="4553331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6542785"/>
            <a:ext cx="5314061" cy="3744211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10876" y="5868285"/>
            <a:ext cx="7432421" cy="4418711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92987" y="436498"/>
            <a:ext cx="8896985" cy="697992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86435" y="1248486"/>
            <a:ext cx="10114407" cy="6982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93166" y="2852039"/>
            <a:ext cx="16351123" cy="588264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93166" y="3537839"/>
            <a:ext cx="17055338" cy="588264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93166" y="4223639"/>
            <a:ext cx="17053814" cy="588263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93166" y="4909692"/>
            <a:ext cx="17525492" cy="588263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93166" y="5595492"/>
            <a:ext cx="16916146" cy="588263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93166" y="6281292"/>
            <a:ext cx="8720963" cy="58826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38380" y="0"/>
            <a:ext cx="5849620" cy="4553331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789910" y="8137626"/>
            <a:ext cx="1469136" cy="142124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6542785"/>
            <a:ext cx="5314061" cy="3744211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39672" y="481837"/>
            <a:ext cx="10173970" cy="804672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72363" y="2632278"/>
            <a:ext cx="16803497" cy="6982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72363" y="3444875"/>
            <a:ext cx="16836898" cy="697991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72363" y="4258690"/>
            <a:ext cx="16379825" cy="697991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72363" y="5070678"/>
            <a:ext cx="16368141" cy="698296"/>
          </a:xfrm>
          <a:prstGeom prst="rect">
            <a:avLst/>
          </a:prstGeom>
        </p:spPr>
      </p:pic>
      <p:grpSp>
        <p:nvGrpSpPr>
          <p:cNvPr id="11" name="object 11" descr=""/>
          <p:cNvGrpSpPr/>
          <p:nvPr/>
        </p:nvGrpSpPr>
        <p:grpSpPr>
          <a:xfrm>
            <a:off x="772363" y="5883528"/>
            <a:ext cx="5655945" cy="698500"/>
            <a:chOff x="772363" y="5883528"/>
            <a:chExt cx="5655945" cy="698500"/>
          </a:xfrm>
        </p:grpSpPr>
        <p:pic>
          <p:nvPicPr>
            <p:cNvPr id="12" name="object 1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72363" y="5883528"/>
              <a:ext cx="2764155" cy="697991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229356" y="5883528"/>
              <a:ext cx="588264" cy="697991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523487" y="5883528"/>
              <a:ext cx="2904743" cy="69799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889" y="692150"/>
            <a:ext cx="6794500" cy="113385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28313" y="8547671"/>
            <a:ext cx="1469136" cy="142124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38380" y="0"/>
            <a:ext cx="5849620" cy="4553331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0" y="6486778"/>
            <a:ext cx="6156325" cy="3800475"/>
            <a:chOff x="0" y="6486778"/>
            <a:chExt cx="6156325" cy="3800475"/>
          </a:xfrm>
        </p:grpSpPr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6542785"/>
              <a:ext cx="5314061" cy="3744211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94841" y="6486778"/>
              <a:ext cx="1217168" cy="560832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50999" y="6486778"/>
              <a:ext cx="2662428" cy="560832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14621" y="6486778"/>
              <a:ext cx="1405889" cy="560832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39333" y="6486778"/>
              <a:ext cx="316991" cy="560832"/>
            </a:xfrm>
            <a:prstGeom prst="rect">
              <a:avLst/>
            </a:prstGeom>
          </p:spPr>
        </p:pic>
      </p:grpSp>
      <p:pic>
        <p:nvPicPr>
          <p:cNvPr id="12" name="object 12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94841" y="2485644"/>
            <a:ext cx="2479167" cy="560831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760342" y="2485644"/>
            <a:ext cx="3408553" cy="560831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346568" y="2485644"/>
            <a:ext cx="1488948" cy="560831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047733" y="2485644"/>
            <a:ext cx="2133600" cy="560831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1375135" y="2485644"/>
            <a:ext cx="729233" cy="560831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2321540" y="2485644"/>
            <a:ext cx="1754886" cy="560831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4287500" y="2485644"/>
            <a:ext cx="1963419" cy="560831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6492982" y="2485644"/>
            <a:ext cx="1217167" cy="560831"/>
          </a:xfrm>
          <a:prstGeom prst="rect">
            <a:avLst/>
          </a:prstGeom>
        </p:spPr>
      </p:pic>
      <p:grpSp>
        <p:nvGrpSpPr>
          <p:cNvPr id="20" name="object 20" descr=""/>
          <p:cNvGrpSpPr/>
          <p:nvPr/>
        </p:nvGrpSpPr>
        <p:grpSpPr>
          <a:xfrm>
            <a:off x="1094841" y="3285439"/>
            <a:ext cx="3335020" cy="561340"/>
            <a:chOff x="1094841" y="3285439"/>
            <a:chExt cx="3335020" cy="561340"/>
          </a:xfrm>
        </p:grpSpPr>
        <p:pic>
          <p:nvPicPr>
            <p:cNvPr id="21" name="object 21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94841" y="3285439"/>
              <a:ext cx="3249675" cy="561136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12387" y="3285439"/>
              <a:ext cx="316991" cy="561136"/>
            </a:xfrm>
            <a:prstGeom prst="rect">
              <a:avLst/>
            </a:prstGeom>
          </p:spPr>
        </p:pic>
      </p:grpSp>
      <p:grpSp>
        <p:nvGrpSpPr>
          <p:cNvPr id="23" name="object 23" descr=""/>
          <p:cNvGrpSpPr/>
          <p:nvPr/>
        </p:nvGrpSpPr>
        <p:grpSpPr>
          <a:xfrm>
            <a:off x="1094841" y="4086097"/>
            <a:ext cx="6519545" cy="561340"/>
            <a:chOff x="1094841" y="4086097"/>
            <a:chExt cx="6519545" cy="561340"/>
          </a:xfrm>
        </p:grpSpPr>
        <p:pic>
          <p:nvPicPr>
            <p:cNvPr id="24" name="object 24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94841" y="4086097"/>
              <a:ext cx="5142255" cy="560831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256909" y="4086097"/>
              <a:ext cx="1356994" cy="560831"/>
            </a:xfrm>
            <a:prstGeom prst="rect">
              <a:avLst/>
            </a:prstGeom>
          </p:spPr>
        </p:pic>
      </p:grpSp>
      <p:pic>
        <p:nvPicPr>
          <p:cNvPr id="26" name="object 26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7663560" y="4086097"/>
            <a:ext cx="1078610" cy="560831"/>
          </a:xfrm>
          <a:prstGeom prst="rect">
            <a:avLst/>
          </a:prstGeom>
        </p:spPr>
      </p:pic>
      <p:grpSp>
        <p:nvGrpSpPr>
          <p:cNvPr id="27" name="object 27" descr=""/>
          <p:cNvGrpSpPr/>
          <p:nvPr/>
        </p:nvGrpSpPr>
        <p:grpSpPr>
          <a:xfrm>
            <a:off x="8802369" y="4086097"/>
            <a:ext cx="2501265" cy="561340"/>
            <a:chOff x="8802369" y="4086097"/>
            <a:chExt cx="2501265" cy="561340"/>
          </a:xfrm>
        </p:grpSpPr>
        <p:pic>
          <p:nvPicPr>
            <p:cNvPr id="28" name="object 28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802369" y="4086097"/>
              <a:ext cx="694944" cy="560831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9149841" y="4086097"/>
              <a:ext cx="536448" cy="560831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9418065" y="4086097"/>
              <a:ext cx="1078992" cy="560831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0413237" y="4086097"/>
              <a:ext cx="890016" cy="560831"/>
            </a:xfrm>
            <a:prstGeom prst="rect">
              <a:avLst/>
            </a:prstGeom>
          </p:spPr>
        </p:pic>
      </p:grpSp>
      <p:grpSp>
        <p:nvGrpSpPr>
          <p:cNvPr id="32" name="object 32" descr=""/>
          <p:cNvGrpSpPr/>
          <p:nvPr/>
        </p:nvGrpSpPr>
        <p:grpSpPr>
          <a:xfrm>
            <a:off x="11356847" y="4086097"/>
            <a:ext cx="6330315" cy="561340"/>
            <a:chOff x="11356847" y="4086097"/>
            <a:chExt cx="6330315" cy="561340"/>
          </a:xfrm>
        </p:grpSpPr>
        <p:pic>
          <p:nvPicPr>
            <p:cNvPr id="33" name="object 33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1356847" y="4086097"/>
              <a:ext cx="2926080" cy="560831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4314931" y="4086097"/>
              <a:ext cx="1930146" cy="560831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6281145" y="4086097"/>
              <a:ext cx="1405890" cy="560831"/>
            </a:xfrm>
            <a:prstGeom prst="rect">
              <a:avLst/>
            </a:prstGeom>
          </p:spPr>
        </p:pic>
      </p:grpSp>
      <p:grpSp>
        <p:nvGrpSpPr>
          <p:cNvPr id="36" name="object 36" descr=""/>
          <p:cNvGrpSpPr/>
          <p:nvPr/>
        </p:nvGrpSpPr>
        <p:grpSpPr>
          <a:xfrm>
            <a:off x="1094841" y="4886197"/>
            <a:ext cx="2077720" cy="561340"/>
            <a:chOff x="1094841" y="4886197"/>
            <a:chExt cx="2077720" cy="561340"/>
          </a:xfrm>
        </p:grpSpPr>
        <p:pic>
          <p:nvPicPr>
            <p:cNvPr id="37" name="object 37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094841" y="4886197"/>
              <a:ext cx="2011680" cy="560831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55087" y="4886197"/>
              <a:ext cx="316992" cy="560831"/>
            </a:xfrm>
            <a:prstGeom prst="rect">
              <a:avLst/>
            </a:prstGeom>
          </p:spPr>
        </p:pic>
      </p:grpSp>
      <p:grpSp>
        <p:nvGrpSpPr>
          <p:cNvPr id="39" name="object 39" descr=""/>
          <p:cNvGrpSpPr/>
          <p:nvPr/>
        </p:nvGrpSpPr>
        <p:grpSpPr>
          <a:xfrm>
            <a:off x="1094841" y="5685993"/>
            <a:ext cx="6093460" cy="561340"/>
            <a:chOff x="1094841" y="5685993"/>
            <a:chExt cx="6093460" cy="561340"/>
          </a:xfrm>
        </p:grpSpPr>
        <p:pic>
          <p:nvPicPr>
            <p:cNvPr id="40" name="object 40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094841" y="5685993"/>
              <a:ext cx="2738120" cy="561136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757294" y="5685993"/>
              <a:ext cx="2074672" cy="561136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769229" y="5685993"/>
              <a:ext cx="740664" cy="561136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263004" y="5685993"/>
              <a:ext cx="316992" cy="561136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6421500" y="5685993"/>
              <a:ext cx="637031" cy="561136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40017" y="5685993"/>
              <a:ext cx="316992" cy="561136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898512" y="5685993"/>
              <a:ext cx="289559" cy="561136"/>
            </a:xfrm>
            <a:prstGeom prst="rect">
              <a:avLst/>
            </a:prstGeom>
          </p:spPr>
        </p:pic>
      </p:grpSp>
      <p:grpSp>
        <p:nvGrpSpPr>
          <p:cNvPr id="47" name="object 47" descr=""/>
          <p:cNvGrpSpPr/>
          <p:nvPr/>
        </p:nvGrpSpPr>
        <p:grpSpPr>
          <a:xfrm>
            <a:off x="7239889" y="5685993"/>
            <a:ext cx="10398760" cy="561340"/>
            <a:chOff x="7239889" y="5685993"/>
            <a:chExt cx="10398760" cy="561340"/>
          </a:xfrm>
        </p:grpSpPr>
        <p:pic>
          <p:nvPicPr>
            <p:cNvPr id="48" name="object 48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7239889" y="5685993"/>
              <a:ext cx="2386456" cy="561136"/>
            </a:xfrm>
            <a:prstGeom prst="rect">
              <a:avLst/>
            </a:prstGeom>
          </p:spPr>
        </p:pic>
        <p:pic>
          <p:nvPicPr>
            <p:cNvPr id="49" name="object 49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9524746" y="5685993"/>
              <a:ext cx="8113648" cy="561136"/>
            </a:xfrm>
            <a:prstGeom prst="rect">
              <a:avLst/>
            </a:prstGeom>
          </p:spPr>
        </p:pic>
      </p:grpSp>
      <p:sp>
        <p:nvSpPr>
          <p:cNvPr id="50" name="object 50" descr=""/>
          <p:cNvSpPr txBox="1"/>
          <p:nvPr/>
        </p:nvSpPr>
        <p:spPr>
          <a:xfrm>
            <a:off x="682548" y="2425700"/>
            <a:ext cx="189865" cy="53886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650" spc="-5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3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20"/>
              </a:spcBef>
            </a:pPr>
            <a:endParaRPr sz="3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3650" spc="-5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3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25"/>
              </a:spcBef>
            </a:pPr>
            <a:endParaRPr sz="3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3650" spc="-5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3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25"/>
              </a:spcBef>
            </a:pPr>
            <a:endParaRPr sz="3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3650" spc="-5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3650">
              <a:latin typeface="Arial"/>
              <a:cs typeface="Arial"/>
            </a:endParaRPr>
          </a:p>
        </p:txBody>
      </p:sp>
      <p:grpSp>
        <p:nvGrpSpPr>
          <p:cNvPr id="51" name="object 51" descr=""/>
          <p:cNvGrpSpPr/>
          <p:nvPr/>
        </p:nvGrpSpPr>
        <p:grpSpPr>
          <a:xfrm>
            <a:off x="297484" y="7286879"/>
            <a:ext cx="16476344" cy="1247140"/>
            <a:chOff x="297484" y="7286879"/>
            <a:chExt cx="16476344" cy="1247140"/>
          </a:xfrm>
        </p:grpSpPr>
        <p:pic>
          <p:nvPicPr>
            <p:cNvPr id="52" name="object 52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094841" y="7286879"/>
              <a:ext cx="2146046" cy="560832"/>
            </a:xfrm>
            <a:prstGeom prst="rect">
              <a:avLst/>
            </a:prstGeom>
          </p:spPr>
        </p:pic>
        <p:pic>
          <p:nvPicPr>
            <p:cNvPr id="53" name="object 53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3076066" y="7286879"/>
              <a:ext cx="2458974" cy="560832"/>
            </a:xfrm>
            <a:prstGeom prst="rect">
              <a:avLst/>
            </a:prstGeom>
          </p:spPr>
        </p:pic>
        <p:pic>
          <p:nvPicPr>
            <p:cNvPr id="54" name="object 54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404992" y="7286879"/>
              <a:ext cx="890015" cy="560832"/>
            </a:xfrm>
            <a:prstGeom prst="rect">
              <a:avLst/>
            </a:prstGeom>
          </p:spPr>
        </p:pic>
        <p:pic>
          <p:nvPicPr>
            <p:cNvPr id="55" name="object 55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6212712" y="7286879"/>
              <a:ext cx="2213483" cy="560832"/>
            </a:xfrm>
            <a:prstGeom prst="rect">
              <a:avLst/>
            </a:prstGeom>
          </p:spPr>
        </p:pic>
        <p:pic>
          <p:nvPicPr>
            <p:cNvPr id="56" name="object 56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8348218" y="7286879"/>
              <a:ext cx="1405890" cy="560832"/>
            </a:xfrm>
            <a:prstGeom prst="rect">
              <a:avLst/>
            </a:prstGeom>
          </p:spPr>
        </p:pic>
        <p:pic>
          <p:nvPicPr>
            <p:cNvPr id="57" name="object 57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9616185" y="7286879"/>
              <a:ext cx="2233803" cy="560832"/>
            </a:xfrm>
            <a:prstGeom prst="rect">
              <a:avLst/>
            </a:prstGeom>
          </p:spPr>
        </p:pic>
        <p:pic>
          <p:nvPicPr>
            <p:cNvPr id="58" name="object 5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626596" y="7286879"/>
              <a:ext cx="316992" cy="560832"/>
            </a:xfrm>
            <a:prstGeom prst="rect">
              <a:avLst/>
            </a:prstGeom>
          </p:spPr>
        </p:pic>
        <p:pic>
          <p:nvPicPr>
            <p:cNvPr id="59" name="object 59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297484" y="7972933"/>
              <a:ext cx="1814576" cy="560832"/>
            </a:xfrm>
            <a:prstGeom prst="rect">
              <a:avLst/>
            </a:prstGeom>
          </p:spPr>
        </p:pic>
        <p:pic>
          <p:nvPicPr>
            <p:cNvPr id="60" name="object 60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949831" y="7972933"/>
              <a:ext cx="3488944" cy="560832"/>
            </a:xfrm>
            <a:prstGeom prst="rect">
              <a:avLst/>
            </a:prstGeom>
          </p:spPr>
        </p:pic>
        <p:pic>
          <p:nvPicPr>
            <p:cNvPr id="61" name="object 61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5270880" y="7972933"/>
              <a:ext cx="1278254" cy="560832"/>
            </a:xfrm>
            <a:prstGeom prst="rect">
              <a:avLst/>
            </a:prstGeom>
          </p:spPr>
        </p:pic>
        <p:pic>
          <p:nvPicPr>
            <p:cNvPr id="62" name="object 62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6433692" y="7972933"/>
              <a:ext cx="1312671" cy="560832"/>
            </a:xfrm>
            <a:prstGeom prst="rect">
              <a:avLst/>
            </a:prstGeom>
          </p:spPr>
        </p:pic>
        <p:pic>
          <p:nvPicPr>
            <p:cNvPr id="63" name="object 63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7418196" y="7972933"/>
              <a:ext cx="600455" cy="560832"/>
            </a:xfrm>
            <a:prstGeom prst="rect">
              <a:avLst/>
            </a:prstGeom>
          </p:spPr>
        </p:pic>
        <p:pic>
          <p:nvPicPr>
            <p:cNvPr id="64" name="object 64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7718424" y="7972933"/>
              <a:ext cx="1178433" cy="560832"/>
            </a:xfrm>
            <a:prstGeom prst="rect">
              <a:avLst/>
            </a:prstGeom>
          </p:spPr>
        </p:pic>
        <p:pic>
          <p:nvPicPr>
            <p:cNvPr id="65" name="object 65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8816085" y="7972933"/>
              <a:ext cx="2259710" cy="560832"/>
            </a:xfrm>
            <a:prstGeom prst="rect">
              <a:avLst/>
            </a:prstGeom>
          </p:spPr>
        </p:pic>
        <p:pic>
          <p:nvPicPr>
            <p:cNvPr id="66" name="object 66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0971021" y="7972933"/>
              <a:ext cx="2062479" cy="560832"/>
            </a:xfrm>
            <a:prstGeom prst="rect">
              <a:avLst/>
            </a:prstGeom>
          </p:spPr>
        </p:pic>
        <p:pic>
          <p:nvPicPr>
            <p:cNvPr id="67" name="object 67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2918947" y="7972933"/>
              <a:ext cx="1217167" cy="560832"/>
            </a:xfrm>
            <a:prstGeom prst="rect">
              <a:avLst/>
            </a:prstGeom>
          </p:spPr>
        </p:pic>
        <p:pic>
          <p:nvPicPr>
            <p:cNvPr id="68" name="object 68" descr="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3975079" y="7972933"/>
              <a:ext cx="2798190" cy="56083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52336" y="692150"/>
            <a:ext cx="5671566" cy="113385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28313" y="8547671"/>
            <a:ext cx="1469136" cy="142124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38380" y="0"/>
            <a:ext cx="5849620" cy="4553331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6542785"/>
            <a:ext cx="5314061" cy="3744211"/>
          </a:xfrm>
          <a:prstGeom prst="rect">
            <a:avLst/>
          </a:prstGeom>
        </p:spPr>
      </p:pic>
      <p:grpSp>
        <p:nvGrpSpPr>
          <p:cNvPr id="7" name="object 7" descr=""/>
          <p:cNvGrpSpPr/>
          <p:nvPr/>
        </p:nvGrpSpPr>
        <p:grpSpPr>
          <a:xfrm>
            <a:off x="1094841" y="2485644"/>
            <a:ext cx="9061450" cy="561340"/>
            <a:chOff x="1094841" y="2485644"/>
            <a:chExt cx="9061450" cy="561340"/>
          </a:xfrm>
        </p:grpSpPr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94841" y="2485644"/>
              <a:ext cx="2766441" cy="560831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75583" y="2485644"/>
              <a:ext cx="1559687" cy="560831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58688" y="2485644"/>
              <a:ext cx="1278255" cy="560831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23024" y="2485644"/>
              <a:ext cx="1508759" cy="560831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25105" y="2485644"/>
              <a:ext cx="2265172" cy="560831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838690" y="2485644"/>
              <a:ext cx="316992" cy="560831"/>
            </a:xfrm>
            <a:prstGeom prst="rect">
              <a:avLst/>
            </a:prstGeom>
          </p:spPr>
        </p:pic>
      </p:grpSp>
      <p:pic>
        <p:nvPicPr>
          <p:cNvPr id="14" name="object 14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094841" y="3285439"/>
            <a:ext cx="3272282" cy="561136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518025" y="3285439"/>
            <a:ext cx="882396" cy="561136"/>
          </a:xfrm>
          <a:prstGeom prst="rect">
            <a:avLst/>
          </a:prstGeom>
        </p:spPr>
      </p:pic>
      <p:grpSp>
        <p:nvGrpSpPr>
          <p:cNvPr id="16" name="object 16" descr=""/>
          <p:cNvGrpSpPr/>
          <p:nvPr/>
        </p:nvGrpSpPr>
        <p:grpSpPr>
          <a:xfrm>
            <a:off x="5555869" y="3285439"/>
            <a:ext cx="3347720" cy="561340"/>
            <a:chOff x="5555869" y="3285439"/>
            <a:chExt cx="3347720" cy="561340"/>
          </a:xfrm>
        </p:grpSpPr>
        <p:pic>
          <p:nvPicPr>
            <p:cNvPr id="17" name="object 17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555869" y="3285439"/>
              <a:ext cx="1398270" cy="561136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674485" y="3285439"/>
              <a:ext cx="475488" cy="561136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912229" y="3285439"/>
              <a:ext cx="1991105" cy="561136"/>
            </a:xfrm>
            <a:prstGeom prst="rect">
              <a:avLst/>
            </a:prstGeom>
          </p:spPr>
        </p:pic>
      </p:grpSp>
      <p:pic>
        <p:nvPicPr>
          <p:cNvPr id="20" name="object 20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9102597" y="3285439"/>
            <a:ext cx="2974594" cy="561136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2277343" y="3285439"/>
            <a:ext cx="2409571" cy="561136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4894306" y="3285439"/>
            <a:ext cx="2739898" cy="561136"/>
          </a:xfrm>
          <a:prstGeom prst="rect">
            <a:avLst/>
          </a:prstGeom>
        </p:spPr>
      </p:pic>
      <p:grpSp>
        <p:nvGrpSpPr>
          <p:cNvPr id="23" name="object 23" descr=""/>
          <p:cNvGrpSpPr/>
          <p:nvPr/>
        </p:nvGrpSpPr>
        <p:grpSpPr>
          <a:xfrm>
            <a:off x="1094841" y="4086097"/>
            <a:ext cx="4432300" cy="561340"/>
            <a:chOff x="1094841" y="4086097"/>
            <a:chExt cx="4432300" cy="561340"/>
          </a:xfrm>
        </p:grpSpPr>
        <p:pic>
          <p:nvPicPr>
            <p:cNvPr id="24" name="object 24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94841" y="4086097"/>
              <a:ext cx="2076704" cy="560831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016631" y="4086097"/>
              <a:ext cx="2437002" cy="560831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09921" y="4086097"/>
              <a:ext cx="316991" cy="560831"/>
            </a:xfrm>
            <a:prstGeom prst="rect">
              <a:avLst/>
            </a:prstGeom>
          </p:spPr>
        </p:pic>
      </p:grpSp>
      <p:sp>
        <p:nvSpPr>
          <p:cNvPr id="27" name="object 27" descr=""/>
          <p:cNvSpPr txBox="1"/>
          <p:nvPr/>
        </p:nvSpPr>
        <p:spPr>
          <a:xfrm>
            <a:off x="682548" y="2187501"/>
            <a:ext cx="189865" cy="3225800"/>
          </a:xfrm>
          <a:prstGeom prst="rect">
            <a:avLst/>
          </a:prstGeom>
        </p:spPr>
        <p:txBody>
          <a:bodyPr wrap="square" lIns="0" tIns="255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10"/>
              </a:spcBef>
            </a:pPr>
            <a:r>
              <a:rPr dirty="0" sz="3650" spc="-5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3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dirty="0" sz="3650" spc="-5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3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20"/>
              </a:spcBef>
            </a:pPr>
            <a:endParaRPr sz="3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3650" spc="-5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3650">
              <a:latin typeface="Arial"/>
              <a:cs typeface="Arial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1094841" y="4886197"/>
            <a:ext cx="16593185" cy="561340"/>
            <a:chOff x="1094841" y="4886197"/>
            <a:chExt cx="16593185" cy="561340"/>
          </a:xfrm>
        </p:grpSpPr>
        <p:pic>
          <p:nvPicPr>
            <p:cNvPr id="29" name="object 29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094841" y="4886197"/>
              <a:ext cx="3628364" cy="560831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751197" y="4886197"/>
              <a:ext cx="1455420" cy="560831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163944" y="4886197"/>
              <a:ext cx="4088765" cy="560831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0205973" y="4886197"/>
              <a:ext cx="7481442" cy="560831"/>
            </a:xfrm>
            <a:prstGeom prst="rect">
              <a:avLst/>
            </a:prstGeom>
          </p:spPr>
        </p:pic>
      </p:grpSp>
      <p:grpSp>
        <p:nvGrpSpPr>
          <p:cNvPr id="33" name="object 33" descr=""/>
          <p:cNvGrpSpPr/>
          <p:nvPr/>
        </p:nvGrpSpPr>
        <p:grpSpPr>
          <a:xfrm>
            <a:off x="1094841" y="5685993"/>
            <a:ext cx="2077720" cy="561340"/>
            <a:chOff x="1094841" y="5685993"/>
            <a:chExt cx="2077720" cy="561340"/>
          </a:xfrm>
        </p:grpSpPr>
        <p:pic>
          <p:nvPicPr>
            <p:cNvPr id="34" name="object 34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094841" y="5685993"/>
              <a:ext cx="2011680" cy="561136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55087" y="5685993"/>
              <a:ext cx="316992" cy="56113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38380" y="0"/>
            <a:ext cx="5849620" cy="4553331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89910" y="7909420"/>
            <a:ext cx="1469136" cy="1421244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3265296" y="603504"/>
            <a:ext cx="9537065" cy="6370955"/>
            <a:chOff x="3265296" y="603504"/>
            <a:chExt cx="9537065" cy="6370955"/>
          </a:xfrm>
        </p:grpSpPr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65296" y="603504"/>
              <a:ext cx="9537065" cy="813816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5295010" y="1435862"/>
              <a:ext cx="0" cy="5538470"/>
            </a:xfrm>
            <a:custGeom>
              <a:avLst/>
              <a:gdLst/>
              <a:ahLst/>
              <a:cxnLst/>
              <a:rect l="l" t="t" r="r" b="b"/>
              <a:pathLst>
                <a:path w="0" h="5538470">
                  <a:moveTo>
                    <a:pt x="0" y="0"/>
                  </a:moveTo>
                  <a:lnTo>
                    <a:pt x="0" y="5538089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64563" y="1435861"/>
            <a:ext cx="1390777" cy="1390777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750177" y="1672970"/>
            <a:ext cx="1403603" cy="1403603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129031" y="3759250"/>
            <a:ext cx="4062729" cy="27692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 indent="-2540">
              <a:lnSpc>
                <a:spcPct val="122400"/>
              </a:lnSpc>
              <a:spcBef>
                <a:spcPts val="95"/>
              </a:spcBef>
            </a:pPr>
            <a:r>
              <a:rPr dirty="0" sz="2450">
                <a:solidFill>
                  <a:srgbClr val="FFFFFF"/>
                </a:solidFill>
                <a:latin typeface="Arial"/>
                <a:cs typeface="Arial"/>
              </a:rPr>
              <a:t>Explore</a:t>
            </a:r>
            <a:r>
              <a:rPr dirty="0" sz="2450" spc="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50" spc="12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4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50" spc="80">
                <a:solidFill>
                  <a:srgbClr val="FFFFFF"/>
                </a:solidFill>
                <a:latin typeface="Arial"/>
                <a:cs typeface="Arial"/>
              </a:rPr>
              <a:t>integration</a:t>
            </a:r>
            <a:r>
              <a:rPr dirty="0" sz="2450" spc="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50" spc="95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dirty="0" sz="2450" spc="85">
                <a:solidFill>
                  <a:srgbClr val="FFFFFF"/>
                </a:solidFill>
                <a:latin typeface="Arial"/>
                <a:cs typeface="Arial"/>
              </a:rPr>
              <a:t>biomedical</a:t>
            </a:r>
            <a:r>
              <a:rPr dirty="0" sz="245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50" spc="9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dirty="0" sz="245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50" spc="114">
                <a:solidFill>
                  <a:srgbClr val="FFFFFF"/>
                </a:solidFill>
                <a:latin typeface="Arial"/>
                <a:cs typeface="Arial"/>
              </a:rPr>
              <a:t>into</a:t>
            </a:r>
            <a:r>
              <a:rPr dirty="0" sz="245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50" spc="-65">
                <a:solidFill>
                  <a:srgbClr val="FFFFFF"/>
                </a:solidFill>
                <a:latin typeface="Arial"/>
                <a:cs typeface="Arial"/>
              </a:rPr>
              <a:t>KGs</a:t>
            </a:r>
            <a:r>
              <a:rPr dirty="0" sz="245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50" spc="155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dirty="0" sz="2450" spc="50">
                <a:solidFill>
                  <a:srgbClr val="FFFFFF"/>
                </a:solidFill>
                <a:latin typeface="Arial"/>
                <a:cs typeface="Arial"/>
              </a:rPr>
              <a:t>enhance</a:t>
            </a:r>
            <a:r>
              <a:rPr dirty="0" sz="245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50" spc="55">
                <a:solidFill>
                  <a:srgbClr val="FFFFFF"/>
                </a:solidFill>
                <a:latin typeface="Arial"/>
                <a:cs typeface="Arial"/>
              </a:rPr>
              <a:t>clinical</a:t>
            </a:r>
            <a:r>
              <a:rPr dirty="0" sz="245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50" spc="4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dirty="0" sz="2450" spc="60">
                <a:solidFill>
                  <a:srgbClr val="FFFFFF"/>
                </a:solidFill>
                <a:latin typeface="Arial"/>
                <a:cs typeface="Arial"/>
              </a:rPr>
              <a:t>translational</a:t>
            </a:r>
            <a:r>
              <a:rPr dirty="0" sz="2450" spc="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50" spc="-10">
                <a:solidFill>
                  <a:srgbClr val="FFFFFF"/>
                </a:solidFill>
                <a:latin typeface="Arial"/>
                <a:cs typeface="Arial"/>
              </a:rPr>
              <a:t>research.</a:t>
            </a:r>
            <a:endParaRPr sz="2450">
              <a:latin typeface="Arial"/>
              <a:cs typeface="Arial"/>
            </a:endParaRPr>
          </a:p>
          <a:p>
            <a:pPr algn="ctr" marL="269875" marR="262890">
              <a:lnSpc>
                <a:spcPct val="122400"/>
              </a:lnSpc>
              <a:spcBef>
                <a:spcPts val="5"/>
              </a:spcBef>
            </a:pPr>
            <a:r>
              <a:rPr dirty="0" sz="2450" spc="455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dirty="0" sz="245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50" spc="50">
                <a:solidFill>
                  <a:srgbClr val="FFFFFF"/>
                </a:solidFill>
                <a:latin typeface="Arial"/>
                <a:cs typeface="Arial"/>
              </a:rPr>
              <a:t>Graph</a:t>
            </a:r>
            <a:r>
              <a:rPr dirty="0" sz="245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50" spc="85">
                <a:solidFill>
                  <a:srgbClr val="FFFFFF"/>
                </a:solidFill>
                <a:latin typeface="Arial"/>
                <a:cs typeface="Arial"/>
              </a:rPr>
              <a:t>embeddings</a:t>
            </a:r>
            <a:r>
              <a:rPr dirty="0" sz="245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50" spc="75">
                <a:solidFill>
                  <a:srgbClr val="FFFFFF"/>
                </a:solidFill>
                <a:latin typeface="Arial"/>
                <a:cs typeface="Arial"/>
              </a:rPr>
              <a:t>for </a:t>
            </a:r>
            <a:r>
              <a:rPr dirty="0" sz="2450" spc="70">
                <a:solidFill>
                  <a:srgbClr val="FFFFFF"/>
                </a:solidFill>
                <a:latin typeface="Arial"/>
                <a:cs typeface="Arial"/>
              </a:rPr>
              <a:t>advanced</a:t>
            </a:r>
            <a:r>
              <a:rPr dirty="0" sz="245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50" spc="55">
                <a:solidFill>
                  <a:srgbClr val="FFFFFF"/>
                </a:solidFill>
                <a:latin typeface="Arial"/>
                <a:cs typeface="Arial"/>
              </a:rPr>
              <a:t>analytics</a:t>
            </a:r>
            <a:endParaRPr sz="2450">
              <a:latin typeface="Arial"/>
              <a:cs typeface="Arial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97382" y="3124835"/>
            <a:ext cx="3149854" cy="518159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6542785"/>
            <a:ext cx="5314061" cy="3744211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5527040" y="3958487"/>
            <a:ext cx="3406775" cy="3479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238125" marR="252095">
              <a:lnSpc>
                <a:spcPct val="123000"/>
              </a:lnSpc>
              <a:spcBef>
                <a:spcPts val="95"/>
              </a:spcBef>
            </a:pPr>
            <a:r>
              <a:rPr dirty="0" sz="2300" spc="415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dirty="0" sz="23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00" spc="80">
                <a:solidFill>
                  <a:srgbClr val="FFFFFF"/>
                </a:solidFill>
                <a:latin typeface="Arial"/>
                <a:cs typeface="Arial"/>
              </a:rPr>
              <a:t>Improved</a:t>
            </a:r>
            <a:r>
              <a:rPr dirty="0" sz="23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00" spc="100">
                <a:solidFill>
                  <a:srgbClr val="FFFFFF"/>
                </a:solidFill>
                <a:latin typeface="Arial"/>
                <a:cs typeface="Arial"/>
              </a:rPr>
              <a:t>decision- </a:t>
            </a:r>
            <a:r>
              <a:rPr dirty="0" sz="2300">
                <a:solidFill>
                  <a:srgbClr val="FFFFFF"/>
                </a:solidFill>
                <a:latin typeface="Arial"/>
                <a:cs typeface="Arial"/>
              </a:rPr>
              <a:t>making</a:t>
            </a:r>
            <a:r>
              <a:rPr dirty="0" sz="2300" spc="80">
                <a:solidFill>
                  <a:srgbClr val="FFFFFF"/>
                </a:solidFill>
                <a:latin typeface="Arial"/>
                <a:cs typeface="Arial"/>
              </a:rPr>
              <a:t> through</a:t>
            </a:r>
            <a:r>
              <a:rPr dirty="0" sz="2300" spc="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00" spc="-25">
                <a:solidFill>
                  <a:srgbClr val="FFFFFF"/>
                </a:solidFill>
                <a:latin typeface="Arial"/>
                <a:cs typeface="Arial"/>
              </a:rPr>
              <a:t>EHR </a:t>
            </a:r>
            <a:r>
              <a:rPr dirty="0" sz="2300" spc="60">
                <a:solidFill>
                  <a:srgbClr val="FFFFFF"/>
                </a:solidFill>
                <a:latin typeface="Arial"/>
                <a:cs typeface="Arial"/>
              </a:rPr>
              <a:t>integration</a:t>
            </a:r>
            <a:endParaRPr sz="2300">
              <a:latin typeface="Arial"/>
              <a:cs typeface="Arial"/>
            </a:endParaRPr>
          </a:p>
          <a:p>
            <a:pPr algn="ctr" marL="56515">
              <a:lnSpc>
                <a:spcPct val="100000"/>
              </a:lnSpc>
              <a:spcBef>
                <a:spcPts val="650"/>
              </a:spcBef>
            </a:pPr>
            <a:r>
              <a:rPr dirty="0" sz="2300" spc="415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dirty="0" sz="2300" spc="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00">
                <a:solidFill>
                  <a:srgbClr val="FFFFFF"/>
                </a:solidFill>
                <a:latin typeface="Arial"/>
                <a:cs typeface="Arial"/>
              </a:rPr>
              <a:t>Novel</a:t>
            </a:r>
            <a:r>
              <a:rPr dirty="0" sz="2300" spc="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00" spc="50">
                <a:solidFill>
                  <a:srgbClr val="FFFFFF"/>
                </a:solidFill>
                <a:latin typeface="Arial"/>
                <a:cs typeface="Arial"/>
              </a:rPr>
              <a:t>insights</a:t>
            </a:r>
            <a:r>
              <a:rPr dirty="0" sz="2300" spc="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00" spc="80">
                <a:solidFill>
                  <a:srgbClr val="FFFFFF"/>
                </a:solidFill>
                <a:latin typeface="Arial"/>
                <a:cs typeface="Arial"/>
              </a:rPr>
              <a:t>into</a:t>
            </a:r>
            <a:endParaRPr sz="2300">
              <a:latin typeface="Arial"/>
              <a:cs typeface="Arial"/>
            </a:endParaRPr>
          </a:p>
          <a:p>
            <a:pPr algn="ctr" marR="14604">
              <a:lnSpc>
                <a:spcPct val="100000"/>
              </a:lnSpc>
              <a:spcBef>
                <a:spcPts val="640"/>
              </a:spcBef>
            </a:pPr>
            <a:r>
              <a:rPr dirty="0" sz="2300" spc="55">
                <a:solidFill>
                  <a:srgbClr val="FFFFFF"/>
                </a:solidFill>
                <a:latin typeface="Arial"/>
                <a:cs typeface="Arial"/>
              </a:rPr>
              <a:t>biological</a:t>
            </a:r>
            <a:r>
              <a:rPr dirty="0" sz="23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00" spc="50">
                <a:solidFill>
                  <a:srgbClr val="FFFFFF"/>
                </a:solidFill>
                <a:latin typeface="Arial"/>
                <a:cs typeface="Arial"/>
              </a:rPr>
              <a:t>relationships</a:t>
            </a:r>
            <a:endParaRPr sz="23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35"/>
              </a:spcBef>
            </a:pPr>
            <a:r>
              <a:rPr dirty="0" sz="2300" spc="415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dirty="0" sz="2300" spc="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00">
                <a:solidFill>
                  <a:srgbClr val="FFFFFF"/>
                </a:solidFill>
                <a:latin typeface="Arial"/>
                <a:cs typeface="Arial"/>
              </a:rPr>
              <a:t>Enhanced</a:t>
            </a:r>
            <a:r>
              <a:rPr dirty="0" sz="2300" spc="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00" spc="65">
                <a:solidFill>
                  <a:srgbClr val="FFFFFF"/>
                </a:solidFill>
                <a:latin typeface="Arial"/>
                <a:cs typeface="Arial"/>
              </a:rPr>
              <a:t>analytics</a:t>
            </a:r>
            <a:r>
              <a:rPr dirty="0" sz="2300" spc="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00" spc="7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endParaRPr sz="2300">
              <a:latin typeface="Arial"/>
              <a:cs typeface="Arial"/>
            </a:endParaRPr>
          </a:p>
          <a:p>
            <a:pPr algn="ctr" marL="12065" marR="27940">
              <a:lnSpc>
                <a:spcPct val="123000"/>
              </a:lnSpc>
              <a:spcBef>
                <a:spcPts val="15"/>
              </a:spcBef>
            </a:pPr>
            <a:r>
              <a:rPr dirty="0" sz="2300" spc="95">
                <a:solidFill>
                  <a:srgbClr val="FFFFFF"/>
                </a:solidFill>
                <a:latin typeface="Arial"/>
                <a:cs typeface="Arial"/>
              </a:rPr>
              <a:t>public</a:t>
            </a:r>
            <a:r>
              <a:rPr dirty="0" sz="23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00" spc="50">
                <a:solidFill>
                  <a:srgbClr val="FFFFFF"/>
                </a:solidFill>
                <a:latin typeface="Arial"/>
                <a:cs typeface="Arial"/>
              </a:rPr>
              <a:t>health</a:t>
            </a:r>
            <a:r>
              <a:rPr dirty="0" sz="23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00" spc="55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3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00" spc="40">
                <a:solidFill>
                  <a:srgbClr val="FFFFFF"/>
                </a:solidFill>
                <a:latin typeface="Arial"/>
                <a:cs typeface="Arial"/>
              </a:rPr>
              <a:t>clinical research</a:t>
            </a:r>
            <a:endParaRPr sz="2300">
              <a:latin typeface="Arial"/>
              <a:cs typeface="Arial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146038" y="3374466"/>
            <a:ext cx="2843148" cy="518464"/>
          </a:xfrm>
          <a:prstGeom prst="rect">
            <a:avLst/>
          </a:prstGeom>
        </p:spPr>
      </p:pic>
      <p:sp>
        <p:nvSpPr>
          <p:cNvPr id="15" name="object 15" descr=""/>
          <p:cNvSpPr/>
          <p:nvPr/>
        </p:nvSpPr>
        <p:spPr>
          <a:xfrm>
            <a:off x="7842122" y="4186554"/>
            <a:ext cx="2604135" cy="4888230"/>
          </a:xfrm>
          <a:custGeom>
            <a:avLst/>
            <a:gdLst/>
            <a:ahLst/>
            <a:cxnLst/>
            <a:rect l="l" t="t" r="r" b="b"/>
            <a:pathLst>
              <a:path w="2604134" h="4888230">
                <a:moveTo>
                  <a:pt x="2603754" y="0"/>
                </a:moveTo>
                <a:lnTo>
                  <a:pt x="0" y="4887849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6" name="object 16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683238" y="4961763"/>
            <a:ext cx="1403603" cy="1403603"/>
          </a:xfrm>
          <a:prstGeom prst="rect">
            <a:avLst/>
          </a:prstGeom>
        </p:spPr>
      </p:pic>
      <p:sp>
        <p:nvSpPr>
          <p:cNvPr id="17" name="object 17" descr=""/>
          <p:cNvSpPr txBox="1"/>
          <p:nvPr/>
        </p:nvSpPr>
        <p:spPr>
          <a:xfrm>
            <a:off x="10612881" y="7234783"/>
            <a:ext cx="3887470" cy="2769235"/>
          </a:xfrm>
          <a:prstGeom prst="rect">
            <a:avLst/>
          </a:prstGeom>
        </p:spPr>
        <p:txBody>
          <a:bodyPr wrap="square" lIns="0" tIns="95250" rIns="0" bIns="0" rtlCol="0" vert="horz">
            <a:spAutoFit/>
          </a:bodyPr>
          <a:lstStyle/>
          <a:p>
            <a:pPr algn="ctr" marL="243840" marR="75565" indent="-243840">
              <a:lnSpc>
                <a:spcPct val="100000"/>
              </a:lnSpc>
              <a:spcBef>
                <a:spcPts val="750"/>
              </a:spcBef>
              <a:buChar char="-"/>
              <a:tabLst>
                <a:tab pos="243840" algn="l"/>
              </a:tabLst>
            </a:pPr>
            <a:r>
              <a:rPr dirty="0" sz="2450" spc="65">
                <a:solidFill>
                  <a:srgbClr val="FFFFFF"/>
                </a:solidFill>
                <a:latin typeface="Arial"/>
                <a:cs typeface="Arial"/>
              </a:rPr>
              <a:t>Early-</a:t>
            </a:r>
            <a:r>
              <a:rPr dirty="0" sz="2450" spc="55">
                <a:solidFill>
                  <a:srgbClr val="FFFFFF"/>
                </a:solidFill>
                <a:latin typeface="Arial"/>
                <a:cs typeface="Arial"/>
              </a:rPr>
              <a:t>stage</a:t>
            </a:r>
            <a:r>
              <a:rPr dirty="0" sz="2450" spc="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50" spc="105">
                <a:solidFill>
                  <a:srgbClr val="FFFFFF"/>
                </a:solidFill>
                <a:latin typeface="Arial"/>
                <a:cs typeface="Arial"/>
              </a:rPr>
              <a:t>adoption</a:t>
            </a:r>
            <a:endParaRPr sz="2450">
              <a:latin typeface="Arial"/>
              <a:cs typeface="Arial"/>
            </a:endParaRPr>
          </a:p>
          <a:p>
            <a:pPr algn="ctr" marL="259715" marR="254635" indent="245110">
              <a:lnSpc>
                <a:spcPct val="122400"/>
              </a:lnSpc>
              <a:spcBef>
                <a:spcPts val="5"/>
              </a:spcBef>
              <a:buChar char="-"/>
              <a:tabLst>
                <a:tab pos="504825" algn="l"/>
              </a:tabLst>
            </a:pPr>
            <a:r>
              <a:rPr dirty="0" sz="2450" spc="60">
                <a:solidFill>
                  <a:srgbClr val="FFFFFF"/>
                </a:solidFill>
                <a:latin typeface="Arial"/>
                <a:cs typeface="Arial"/>
              </a:rPr>
              <a:t>Scalability</a:t>
            </a:r>
            <a:r>
              <a:rPr dirty="0" sz="24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50" spc="-10">
                <a:solidFill>
                  <a:srgbClr val="FFFFFF"/>
                </a:solidFill>
                <a:latin typeface="Arial"/>
                <a:cs typeface="Arial"/>
              </a:rPr>
              <a:t>challenges </a:t>
            </a:r>
            <a:r>
              <a:rPr dirty="0" sz="2450" spc="114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dirty="0" sz="2450" spc="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50">
                <a:solidFill>
                  <a:srgbClr val="FFFFFF"/>
                </a:solidFill>
                <a:latin typeface="Arial"/>
                <a:cs typeface="Arial"/>
              </a:rPr>
              <a:t>large</a:t>
            </a:r>
            <a:r>
              <a:rPr dirty="0" sz="2450" spc="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50" spc="80">
                <a:solidFill>
                  <a:srgbClr val="FFFFFF"/>
                </a:solidFill>
                <a:latin typeface="Arial"/>
                <a:cs typeface="Arial"/>
              </a:rPr>
              <a:t>datasets</a:t>
            </a:r>
            <a:endParaRPr sz="2450">
              <a:latin typeface="Arial"/>
              <a:cs typeface="Arial"/>
            </a:endParaRPr>
          </a:p>
          <a:p>
            <a:pPr algn="ctr" marL="12065" marR="5080">
              <a:lnSpc>
                <a:spcPct val="122400"/>
              </a:lnSpc>
              <a:spcBef>
                <a:spcPts val="5"/>
              </a:spcBef>
            </a:pPr>
            <a:r>
              <a:rPr dirty="0" sz="2450" spc="455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dirty="0" sz="2450" spc="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50">
                <a:solidFill>
                  <a:srgbClr val="FFFFFF"/>
                </a:solidFill>
                <a:latin typeface="Arial"/>
                <a:cs typeface="Arial"/>
              </a:rPr>
              <a:t>Need</a:t>
            </a:r>
            <a:r>
              <a:rPr dirty="0" sz="2450" spc="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50" spc="11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2450" spc="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50" spc="60">
                <a:solidFill>
                  <a:srgbClr val="FFFFFF"/>
                </a:solidFill>
                <a:latin typeface="Arial"/>
                <a:cs typeface="Arial"/>
              </a:rPr>
              <a:t>standardization </a:t>
            </a:r>
            <a:r>
              <a:rPr dirty="0" sz="245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2450" spc="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50" spc="90">
                <a:solidFill>
                  <a:srgbClr val="FFFFFF"/>
                </a:solidFill>
                <a:latin typeface="Arial"/>
                <a:cs typeface="Arial"/>
              </a:rPr>
              <a:t>biomedical</a:t>
            </a:r>
            <a:r>
              <a:rPr dirty="0" sz="2450" spc="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50" spc="-25">
                <a:solidFill>
                  <a:srgbClr val="FFFFFF"/>
                </a:solidFill>
                <a:latin typeface="Arial"/>
                <a:cs typeface="Arial"/>
              </a:rPr>
              <a:t>KG </a:t>
            </a:r>
            <a:r>
              <a:rPr dirty="0" sz="2450" spc="105">
                <a:solidFill>
                  <a:srgbClr val="FFFFFF"/>
                </a:solidFill>
                <a:latin typeface="Arial"/>
                <a:cs typeface="Arial"/>
              </a:rPr>
              <a:t>construction</a:t>
            </a:r>
            <a:endParaRPr sz="2450">
              <a:latin typeface="Arial"/>
              <a:cs typeface="Arial"/>
            </a:endParaRPr>
          </a:p>
        </p:txBody>
      </p:sp>
      <p:pic>
        <p:nvPicPr>
          <p:cNvPr id="18" name="object 18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1185906" y="6664197"/>
            <a:ext cx="2585592" cy="51815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>
              <a:lnSpc>
                <a:spcPct val="122800"/>
              </a:lnSpc>
              <a:spcBef>
                <a:spcPts val="100"/>
              </a:spcBef>
            </a:pPr>
            <a:r>
              <a:rPr dirty="0"/>
              <a:t>Survey</a:t>
            </a:r>
            <a:r>
              <a:rPr dirty="0" spc="15"/>
              <a:t> </a:t>
            </a:r>
            <a:r>
              <a:rPr dirty="0" spc="120"/>
              <a:t>methods</a:t>
            </a:r>
            <a:r>
              <a:rPr dirty="0" spc="5"/>
              <a:t> </a:t>
            </a:r>
            <a:r>
              <a:rPr dirty="0" spc="85"/>
              <a:t>for </a:t>
            </a:r>
            <a:r>
              <a:rPr dirty="0"/>
              <a:t>leveraging</a:t>
            </a:r>
            <a:r>
              <a:rPr dirty="0" spc="60"/>
              <a:t> </a:t>
            </a:r>
            <a:r>
              <a:rPr dirty="0" spc="80"/>
              <a:t>textual</a:t>
            </a:r>
            <a:r>
              <a:rPr dirty="0" spc="35"/>
              <a:t> </a:t>
            </a:r>
            <a:r>
              <a:rPr dirty="0" spc="95"/>
              <a:t>data</a:t>
            </a:r>
            <a:r>
              <a:rPr dirty="0" spc="40"/>
              <a:t> </a:t>
            </a:r>
            <a:r>
              <a:rPr dirty="0" spc="175"/>
              <a:t>to </a:t>
            </a:r>
            <a:r>
              <a:rPr dirty="0" spc="95"/>
              <a:t>improve</a:t>
            </a:r>
            <a:r>
              <a:rPr dirty="0" spc="-30"/>
              <a:t> </a:t>
            </a:r>
            <a:r>
              <a:rPr dirty="0" spc="55"/>
              <a:t>knowledge</a:t>
            </a:r>
            <a:r>
              <a:rPr dirty="0" spc="-20"/>
              <a:t> </a:t>
            </a:r>
            <a:r>
              <a:rPr dirty="0" spc="-10"/>
              <a:t>graph </a:t>
            </a:r>
            <a:r>
              <a:rPr dirty="0" spc="80"/>
              <a:t>embedding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70940" y="5982716"/>
            <a:ext cx="3121025" cy="4610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50" spc="509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dirty="0" sz="285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130">
                <a:solidFill>
                  <a:srgbClr val="FFFFFF"/>
                </a:solidFill>
                <a:latin typeface="Arial"/>
                <a:cs typeface="Arial"/>
              </a:rPr>
              <a:t>Text-</a:t>
            </a:r>
            <a:r>
              <a:rPr dirty="0" sz="2850" spc="75">
                <a:solidFill>
                  <a:srgbClr val="FFFFFF"/>
                </a:solidFill>
                <a:latin typeface="Arial"/>
                <a:cs typeface="Arial"/>
              </a:rPr>
              <a:t>based</a:t>
            </a:r>
            <a:r>
              <a:rPr dirty="0" sz="285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-170">
                <a:solidFill>
                  <a:srgbClr val="FFFFFF"/>
                </a:solidFill>
                <a:latin typeface="Arial"/>
                <a:cs typeface="Arial"/>
              </a:rPr>
              <a:t>KGE:</a:t>
            </a:r>
            <a:endParaRPr sz="285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7194" y="3124835"/>
            <a:ext cx="3127374" cy="51815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7574280"/>
            <a:ext cx="4820920" cy="2712718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5386832" y="3945737"/>
            <a:ext cx="4016375" cy="3226435"/>
          </a:xfrm>
          <a:prstGeom prst="rect">
            <a:avLst/>
          </a:prstGeom>
        </p:spPr>
        <p:txBody>
          <a:bodyPr wrap="square" lIns="0" tIns="95250" rIns="0" bIns="0" rtlCol="0" vert="horz">
            <a:spAutoFit/>
          </a:bodyPr>
          <a:lstStyle/>
          <a:p>
            <a:pPr algn="ctr" marR="74295">
              <a:lnSpc>
                <a:spcPct val="100000"/>
              </a:lnSpc>
              <a:spcBef>
                <a:spcPts val="750"/>
              </a:spcBef>
            </a:pPr>
            <a:r>
              <a:rPr dirty="0" sz="2450" spc="455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dirty="0" sz="2450" spc="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50">
                <a:solidFill>
                  <a:srgbClr val="FFFFFF"/>
                </a:solidFill>
                <a:latin typeface="Arial"/>
                <a:cs typeface="Arial"/>
              </a:rPr>
              <a:t>Fills</a:t>
            </a:r>
            <a:r>
              <a:rPr dirty="0" sz="2450" spc="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50">
                <a:solidFill>
                  <a:srgbClr val="FFFFFF"/>
                </a:solidFill>
                <a:latin typeface="Arial"/>
                <a:cs typeface="Arial"/>
              </a:rPr>
              <a:t>gaps</a:t>
            </a:r>
            <a:r>
              <a:rPr dirty="0" sz="245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5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245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50" spc="50">
                <a:solidFill>
                  <a:srgbClr val="FFFFFF"/>
                </a:solidFill>
                <a:latin typeface="Arial"/>
                <a:cs typeface="Arial"/>
              </a:rPr>
              <a:t>sparse</a:t>
            </a:r>
            <a:r>
              <a:rPr dirty="0" sz="245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50" spc="-25">
                <a:solidFill>
                  <a:srgbClr val="FFFFFF"/>
                </a:solidFill>
                <a:latin typeface="Arial"/>
                <a:cs typeface="Arial"/>
              </a:rPr>
              <a:t>KGs</a:t>
            </a:r>
            <a:endParaRPr sz="2450">
              <a:latin typeface="Arial"/>
              <a:cs typeface="Arial"/>
            </a:endParaRPr>
          </a:p>
          <a:p>
            <a:pPr algn="ctr" marL="387350" marR="375285">
              <a:lnSpc>
                <a:spcPct val="122400"/>
              </a:lnSpc>
              <a:spcBef>
                <a:spcPts val="5"/>
              </a:spcBef>
            </a:pPr>
            <a:r>
              <a:rPr dirty="0" sz="2450" spc="455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dirty="0" sz="245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50">
                <a:solidFill>
                  <a:srgbClr val="FFFFFF"/>
                </a:solidFill>
                <a:latin typeface="Arial"/>
                <a:cs typeface="Arial"/>
              </a:rPr>
              <a:t>Rich</a:t>
            </a:r>
            <a:r>
              <a:rPr dirty="0" sz="245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50" spc="95">
                <a:solidFill>
                  <a:srgbClr val="FFFFFF"/>
                </a:solidFill>
                <a:latin typeface="Arial"/>
                <a:cs typeface="Arial"/>
              </a:rPr>
              <a:t>contextual</a:t>
            </a:r>
            <a:r>
              <a:rPr dirty="0" sz="245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50" spc="85">
                <a:solidFill>
                  <a:srgbClr val="FFFFFF"/>
                </a:solidFill>
                <a:latin typeface="Arial"/>
                <a:cs typeface="Arial"/>
              </a:rPr>
              <a:t>data improves</a:t>
            </a:r>
            <a:r>
              <a:rPr dirty="0" sz="245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50" spc="70">
                <a:solidFill>
                  <a:srgbClr val="FFFFFF"/>
                </a:solidFill>
                <a:latin typeface="Arial"/>
                <a:cs typeface="Arial"/>
              </a:rPr>
              <a:t>robustness</a:t>
            </a:r>
            <a:endParaRPr sz="2450">
              <a:latin typeface="Arial"/>
              <a:cs typeface="Arial"/>
            </a:endParaRPr>
          </a:p>
          <a:p>
            <a:pPr algn="ctr" marL="12700" marR="5080">
              <a:lnSpc>
                <a:spcPct val="122400"/>
              </a:lnSpc>
            </a:pPr>
            <a:r>
              <a:rPr dirty="0" sz="2450" spc="455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dirty="0" sz="245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50" spc="80">
                <a:solidFill>
                  <a:srgbClr val="FFFFFF"/>
                </a:solidFill>
                <a:latin typeface="Arial"/>
                <a:cs typeface="Arial"/>
              </a:rPr>
              <a:t>Applicable</a:t>
            </a:r>
            <a:r>
              <a:rPr dirty="0" sz="245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50" spc="60">
                <a:solidFill>
                  <a:srgbClr val="FFFFFF"/>
                </a:solidFill>
                <a:latin typeface="Arial"/>
                <a:cs typeface="Arial"/>
              </a:rPr>
              <a:t>across</a:t>
            </a:r>
            <a:r>
              <a:rPr dirty="0" sz="245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50" spc="55">
                <a:solidFill>
                  <a:srgbClr val="FFFFFF"/>
                </a:solidFill>
                <a:latin typeface="Arial"/>
                <a:cs typeface="Arial"/>
              </a:rPr>
              <a:t>diverse </a:t>
            </a:r>
            <a:r>
              <a:rPr dirty="0" sz="2450" spc="45">
                <a:solidFill>
                  <a:srgbClr val="FFFFFF"/>
                </a:solidFill>
                <a:latin typeface="Arial"/>
                <a:cs typeface="Arial"/>
              </a:rPr>
              <a:t>tasks</a:t>
            </a:r>
            <a:endParaRPr sz="2450">
              <a:latin typeface="Arial"/>
              <a:cs typeface="Arial"/>
            </a:endParaRPr>
          </a:p>
          <a:p>
            <a:pPr algn="ctr" marL="170815" marR="245110">
              <a:lnSpc>
                <a:spcPct val="122400"/>
              </a:lnSpc>
              <a:spcBef>
                <a:spcPts val="5"/>
              </a:spcBef>
            </a:pPr>
            <a:r>
              <a:rPr dirty="0" sz="2450" spc="455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dirty="0" sz="2450" spc="10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50">
                <a:solidFill>
                  <a:srgbClr val="FFFFFF"/>
                </a:solidFill>
                <a:latin typeface="Arial"/>
                <a:cs typeface="Arial"/>
              </a:rPr>
              <a:t>Enhanced</a:t>
            </a:r>
            <a:r>
              <a:rPr dirty="0" sz="2450" spc="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50" spc="75">
                <a:solidFill>
                  <a:srgbClr val="FFFFFF"/>
                </a:solidFill>
                <a:latin typeface="Arial"/>
                <a:cs typeface="Arial"/>
              </a:rPr>
              <a:t>embeddings </a:t>
            </a:r>
            <a:r>
              <a:rPr dirty="0" sz="2450" spc="70">
                <a:solidFill>
                  <a:srgbClr val="FFFFFF"/>
                </a:solidFill>
                <a:latin typeface="Arial"/>
                <a:cs typeface="Arial"/>
              </a:rPr>
              <a:t>address</a:t>
            </a:r>
            <a:r>
              <a:rPr dirty="0" sz="245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50" spc="-85">
                <a:solidFill>
                  <a:srgbClr val="FFFFFF"/>
                </a:solidFill>
                <a:latin typeface="Arial"/>
                <a:cs typeface="Arial"/>
              </a:rPr>
              <a:t>KG</a:t>
            </a:r>
            <a:r>
              <a:rPr dirty="0" sz="245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50" spc="85">
                <a:solidFill>
                  <a:srgbClr val="FFFFFF"/>
                </a:solidFill>
                <a:latin typeface="Arial"/>
                <a:cs typeface="Arial"/>
              </a:rPr>
              <a:t>sparsity</a:t>
            </a:r>
            <a:endParaRPr sz="245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46038" y="3374466"/>
            <a:ext cx="2843148" cy="518464"/>
          </a:xfrm>
          <a:prstGeom prst="rect">
            <a:avLst/>
          </a:prstGeom>
        </p:spPr>
      </p:pic>
      <p:sp>
        <p:nvSpPr>
          <p:cNvPr id="8" name="object 8" descr=""/>
          <p:cNvSpPr/>
          <p:nvPr/>
        </p:nvSpPr>
        <p:spPr>
          <a:xfrm>
            <a:off x="7842122" y="4186554"/>
            <a:ext cx="2604135" cy="4888230"/>
          </a:xfrm>
          <a:custGeom>
            <a:avLst/>
            <a:gdLst/>
            <a:ahLst/>
            <a:cxnLst/>
            <a:rect l="l" t="t" r="r" b="b"/>
            <a:pathLst>
              <a:path w="2604134" h="4888230">
                <a:moveTo>
                  <a:pt x="2603754" y="0"/>
                </a:moveTo>
                <a:lnTo>
                  <a:pt x="0" y="4887849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683238" y="4961763"/>
            <a:ext cx="1403603" cy="1403603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10583926" y="7240701"/>
            <a:ext cx="3971925" cy="28473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2700" marR="52705" indent="251460">
              <a:lnSpc>
                <a:spcPct val="123700"/>
              </a:lnSpc>
              <a:spcBef>
                <a:spcPts val="90"/>
              </a:spcBef>
              <a:buChar char="-"/>
              <a:tabLst>
                <a:tab pos="264160" algn="l"/>
              </a:tabLst>
            </a:pPr>
            <a:r>
              <a:rPr dirty="0" sz="2500">
                <a:solidFill>
                  <a:srgbClr val="FFFFFF"/>
                </a:solidFill>
                <a:latin typeface="Arial"/>
                <a:cs typeface="Arial"/>
              </a:rPr>
              <a:t>High</a:t>
            </a:r>
            <a:r>
              <a:rPr dirty="0" sz="25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500" spc="110">
                <a:solidFill>
                  <a:srgbClr val="FFFFFF"/>
                </a:solidFill>
                <a:latin typeface="Arial"/>
                <a:cs typeface="Arial"/>
              </a:rPr>
              <a:t>computational</a:t>
            </a:r>
            <a:r>
              <a:rPr dirty="0" sz="25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500" spc="125">
                <a:solidFill>
                  <a:srgbClr val="FFFFFF"/>
                </a:solidFill>
                <a:latin typeface="Arial"/>
                <a:cs typeface="Arial"/>
              </a:rPr>
              <a:t>cost </a:t>
            </a:r>
            <a:r>
              <a:rPr dirty="0" sz="2500" spc="105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2500" spc="-1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500" spc="-10">
                <a:solidFill>
                  <a:srgbClr val="FFFFFF"/>
                </a:solidFill>
                <a:latin typeface="Arial"/>
                <a:cs typeface="Arial"/>
              </a:rPr>
              <a:t>DNN</a:t>
            </a:r>
            <a:r>
              <a:rPr dirty="0" sz="2500" spc="-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500" spc="80">
                <a:solidFill>
                  <a:srgbClr val="FFFFFF"/>
                </a:solidFill>
                <a:latin typeface="Arial"/>
                <a:cs typeface="Arial"/>
              </a:rPr>
              <a:t>models</a:t>
            </a:r>
            <a:endParaRPr sz="2500">
              <a:latin typeface="Arial"/>
              <a:cs typeface="Arial"/>
            </a:endParaRPr>
          </a:p>
          <a:p>
            <a:pPr algn="ctr" marL="50165" marR="5080" indent="251460">
              <a:lnSpc>
                <a:spcPct val="123200"/>
              </a:lnSpc>
              <a:buChar char="-"/>
              <a:tabLst>
                <a:tab pos="301625" algn="l"/>
              </a:tabLst>
            </a:pPr>
            <a:r>
              <a:rPr dirty="0" sz="2500">
                <a:solidFill>
                  <a:srgbClr val="FFFFFF"/>
                </a:solidFill>
                <a:latin typeface="Arial"/>
                <a:cs typeface="Arial"/>
              </a:rPr>
              <a:t>Noisy</a:t>
            </a:r>
            <a:r>
              <a:rPr dirty="0" sz="2500" spc="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500" spc="85">
                <a:solidFill>
                  <a:srgbClr val="FFFFFF"/>
                </a:solidFill>
                <a:latin typeface="Arial"/>
                <a:cs typeface="Arial"/>
              </a:rPr>
              <a:t>or</a:t>
            </a:r>
            <a:r>
              <a:rPr dirty="0" sz="2500" spc="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500" spc="165">
                <a:solidFill>
                  <a:srgbClr val="FFFFFF"/>
                </a:solidFill>
                <a:latin typeface="Arial"/>
                <a:cs typeface="Arial"/>
              </a:rPr>
              <a:t>low-</a:t>
            </a:r>
            <a:r>
              <a:rPr dirty="0" sz="2500" spc="95">
                <a:solidFill>
                  <a:srgbClr val="FFFFFF"/>
                </a:solidFill>
                <a:latin typeface="Arial"/>
                <a:cs typeface="Arial"/>
              </a:rPr>
              <a:t>quality</a:t>
            </a:r>
            <a:r>
              <a:rPr dirty="0" sz="250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500" spc="130">
                <a:solidFill>
                  <a:srgbClr val="FFFFFF"/>
                </a:solidFill>
                <a:latin typeface="Arial"/>
                <a:cs typeface="Arial"/>
              </a:rPr>
              <a:t>text </a:t>
            </a:r>
            <a:r>
              <a:rPr dirty="0" sz="2500" spc="65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dirty="0" sz="25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500" spc="70">
                <a:solidFill>
                  <a:srgbClr val="FFFFFF"/>
                </a:solidFill>
                <a:latin typeface="Arial"/>
                <a:cs typeface="Arial"/>
              </a:rPr>
              <a:t>degrade</a:t>
            </a:r>
            <a:r>
              <a:rPr dirty="0" sz="25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500" spc="60">
                <a:solidFill>
                  <a:srgbClr val="FFFFFF"/>
                </a:solidFill>
                <a:latin typeface="Arial"/>
                <a:cs typeface="Arial"/>
              </a:rPr>
              <a:t>results</a:t>
            </a:r>
            <a:endParaRPr sz="2500">
              <a:latin typeface="Arial"/>
              <a:cs typeface="Arial"/>
            </a:endParaRPr>
          </a:p>
          <a:p>
            <a:pPr algn="ctr" marL="451484" marR="403860">
              <a:lnSpc>
                <a:spcPct val="123200"/>
              </a:lnSpc>
              <a:spcBef>
                <a:spcPts val="15"/>
              </a:spcBef>
            </a:pPr>
            <a:r>
              <a:rPr dirty="0" sz="2500" spc="459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dirty="0" sz="25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500" spc="90">
                <a:solidFill>
                  <a:srgbClr val="FFFFFF"/>
                </a:solidFill>
                <a:latin typeface="Arial"/>
                <a:cs typeface="Arial"/>
              </a:rPr>
              <a:t>Overfitting</a:t>
            </a:r>
            <a:r>
              <a:rPr dirty="0" sz="25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500" spc="185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25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500" spc="110">
                <a:solidFill>
                  <a:srgbClr val="FFFFFF"/>
                </a:solidFill>
                <a:latin typeface="Arial"/>
                <a:cs typeface="Arial"/>
              </a:rPr>
              <a:t>high- frequency</a:t>
            </a:r>
            <a:r>
              <a:rPr dirty="0" sz="25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500" spc="90">
                <a:solidFill>
                  <a:srgbClr val="FFFFFF"/>
                </a:solidFill>
                <a:latin typeface="Arial"/>
                <a:cs typeface="Arial"/>
              </a:rPr>
              <a:t>entities</a:t>
            </a:r>
            <a:endParaRPr sz="2500">
              <a:latin typeface="Arial"/>
              <a:cs typeface="Arial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185906" y="6664197"/>
            <a:ext cx="2585592" cy="51815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3755390" y="3203194"/>
            <a:ext cx="10777220" cy="1876425"/>
            <a:chOff x="3755390" y="3203194"/>
            <a:chExt cx="10777220" cy="1876425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55390" y="3203194"/>
              <a:ext cx="1875789" cy="1875916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5631180" y="4141088"/>
              <a:ext cx="7025640" cy="0"/>
            </a:xfrm>
            <a:custGeom>
              <a:avLst/>
              <a:gdLst/>
              <a:ahLst/>
              <a:cxnLst/>
              <a:rect l="l" t="t" r="r" b="b"/>
              <a:pathLst>
                <a:path w="7025640" h="0">
                  <a:moveTo>
                    <a:pt x="7025640" y="0"/>
                  </a:moveTo>
                  <a:lnTo>
                    <a:pt x="0" y="0"/>
                  </a:lnTo>
                </a:path>
              </a:pathLst>
            </a:custGeom>
            <a:ln w="66675">
              <a:solidFill>
                <a:srgbClr val="3652DD"/>
              </a:solidFill>
              <a:prstDash val="dot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22364" y="3203194"/>
              <a:ext cx="1875789" cy="1875916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689592" y="3203194"/>
              <a:ext cx="1875789" cy="1875916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6820" y="3203194"/>
              <a:ext cx="1875789" cy="1875916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7178764" y="3496703"/>
              <a:ext cx="967105" cy="440690"/>
            </a:xfrm>
            <a:custGeom>
              <a:avLst/>
              <a:gdLst/>
              <a:ahLst/>
              <a:cxnLst/>
              <a:rect l="l" t="t" r="r" b="b"/>
              <a:pathLst>
                <a:path w="967104" h="440689">
                  <a:moveTo>
                    <a:pt x="135153" y="413664"/>
                  </a:moveTo>
                  <a:lnTo>
                    <a:pt x="133083" y="403428"/>
                  </a:lnTo>
                  <a:lnTo>
                    <a:pt x="127419" y="395033"/>
                  </a:lnTo>
                  <a:lnTo>
                    <a:pt x="119049" y="389356"/>
                  </a:lnTo>
                  <a:lnTo>
                    <a:pt x="108839" y="387273"/>
                  </a:lnTo>
                  <a:lnTo>
                    <a:pt x="26327" y="387273"/>
                  </a:lnTo>
                  <a:lnTo>
                    <a:pt x="16103" y="389356"/>
                  </a:lnTo>
                  <a:lnTo>
                    <a:pt x="7734" y="395033"/>
                  </a:lnTo>
                  <a:lnTo>
                    <a:pt x="2082" y="403428"/>
                  </a:lnTo>
                  <a:lnTo>
                    <a:pt x="0" y="413664"/>
                  </a:lnTo>
                  <a:lnTo>
                    <a:pt x="2082" y="423913"/>
                  </a:lnTo>
                  <a:lnTo>
                    <a:pt x="7734" y="432308"/>
                  </a:lnTo>
                  <a:lnTo>
                    <a:pt x="16103" y="437984"/>
                  </a:lnTo>
                  <a:lnTo>
                    <a:pt x="26327" y="440067"/>
                  </a:lnTo>
                  <a:lnTo>
                    <a:pt x="108839" y="440067"/>
                  </a:lnTo>
                  <a:lnTo>
                    <a:pt x="119049" y="437984"/>
                  </a:lnTo>
                  <a:lnTo>
                    <a:pt x="127419" y="432308"/>
                  </a:lnTo>
                  <a:lnTo>
                    <a:pt x="133083" y="423913"/>
                  </a:lnTo>
                  <a:lnTo>
                    <a:pt x="135153" y="413664"/>
                  </a:lnTo>
                  <a:close/>
                </a:path>
                <a:path w="967104" h="440689">
                  <a:moveTo>
                    <a:pt x="504799" y="26428"/>
                  </a:moveTo>
                  <a:lnTo>
                    <a:pt x="502716" y="16141"/>
                  </a:lnTo>
                  <a:lnTo>
                    <a:pt x="497065" y="7747"/>
                  </a:lnTo>
                  <a:lnTo>
                    <a:pt x="488696" y="2082"/>
                  </a:lnTo>
                  <a:lnTo>
                    <a:pt x="478485" y="0"/>
                  </a:lnTo>
                  <a:lnTo>
                    <a:pt x="468261" y="2082"/>
                  </a:lnTo>
                  <a:lnTo>
                    <a:pt x="459892" y="7747"/>
                  </a:lnTo>
                  <a:lnTo>
                    <a:pt x="454240" y="16141"/>
                  </a:lnTo>
                  <a:lnTo>
                    <a:pt x="452158" y="26428"/>
                  </a:lnTo>
                  <a:lnTo>
                    <a:pt x="452158" y="109131"/>
                  </a:lnTo>
                  <a:lnTo>
                    <a:pt x="454240" y="119367"/>
                  </a:lnTo>
                  <a:lnTo>
                    <a:pt x="459892" y="127749"/>
                  </a:lnTo>
                  <a:lnTo>
                    <a:pt x="468261" y="133426"/>
                  </a:lnTo>
                  <a:lnTo>
                    <a:pt x="478485" y="135509"/>
                  </a:lnTo>
                  <a:lnTo>
                    <a:pt x="488696" y="133426"/>
                  </a:lnTo>
                  <a:lnTo>
                    <a:pt x="497065" y="127749"/>
                  </a:lnTo>
                  <a:lnTo>
                    <a:pt x="502716" y="119367"/>
                  </a:lnTo>
                  <a:lnTo>
                    <a:pt x="504799" y="109131"/>
                  </a:lnTo>
                  <a:lnTo>
                    <a:pt x="504799" y="26428"/>
                  </a:lnTo>
                  <a:close/>
                </a:path>
                <a:path w="967104" h="440689">
                  <a:moveTo>
                    <a:pt x="966571" y="413664"/>
                  </a:moveTo>
                  <a:lnTo>
                    <a:pt x="964488" y="403428"/>
                  </a:lnTo>
                  <a:lnTo>
                    <a:pt x="958837" y="395033"/>
                  </a:lnTo>
                  <a:lnTo>
                    <a:pt x="950468" y="389356"/>
                  </a:lnTo>
                  <a:lnTo>
                    <a:pt x="940244" y="387273"/>
                  </a:lnTo>
                  <a:lnTo>
                    <a:pt x="857732" y="387273"/>
                  </a:lnTo>
                  <a:lnTo>
                    <a:pt x="847521" y="389356"/>
                  </a:lnTo>
                  <a:lnTo>
                    <a:pt x="839152" y="395033"/>
                  </a:lnTo>
                  <a:lnTo>
                    <a:pt x="833501" y="403428"/>
                  </a:lnTo>
                  <a:lnTo>
                    <a:pt x="831418" y="413664"/>
                  </a:lnTo>
                  <a:lnTo>
                    <a:pt x="833501" y="423913"/>
                  </a:lnTo>
                  <a:lnTo>
                    <a:pt x="839152" y="432308"/>
                  </a:lnTo>
                  <a:lnTo>
                    <a:pt x="847521" y="437984"/>
                  </a:lnTo>
                  <a:lnTo>
                    <a:pt x="857732" y="440067"/>
                  </a:lnTo>
                  <a:lnTo>
                    <a:pt x="940244" y="440067"/>
                  </a:lnTo>
                  <a:lnTo>
                    <a:pt x="950468" y="437984"/>
                  </a:lnTo>
                  <a:lnTo>
                    <a:pt x="958837" y="432308"/>
                  </a:lnTo>
                  <a:lnTo>
                    <a:pt x="964488" y="423913"/>
                  </a:lnTo>
                  <a:lnTo>
                    <a:pt x="966571" y="4136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06225" y="3634117"/>
              <a:ext cx="110929" cy="111308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903397" y="3634117"/>
              <a:ext cx="110932" cy="111308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4153471" y="3506812"/>
              <a:ext cx="9987915" cy="1236345"/>
            </a:xfrm>
            <a:custGeom>
              <a:avLst/>
              <a:gdLst/>
              <a:ahLst/>
              <a:cxnLst/>
              <a:rect l="l" t="t" r="r" b="b"/>
              <a:pathLst>
                <a:path w="9987915" h="1236345">
                  <a:moveTo>
                    <a:pt x="810221" y="15430"/>
                  </a:moveTo>
                  <a:lnTo>
                    <a:pt x="808609" y="13042"/>
                  </a:lnTo>
                  <a:lnTo>
                    <a:pt x="804062" y="5283"/>
                  </a:lnTo>
                  <a:lnTo>
                    <a:pt x="795870" y="393"/>
                  </a:lnTo>
                  <a:lnTo>
                    <a:pt x="786879" y="50"/>
                  </a:lnTo>
                  <a:lnTo>
                    <a:pt x="778243" y="0"/>
                  </a:lnTo>
                  <a:lnTo>
                    <a:pt x="770166" y="4279"/>
                  </a:lnTo>
                  <a:lnTo>
                    <a:pt x="765365" y="11455"/>
                  </a:lnTo>
                  <a:lnTo>
                    <a:pt x="755091" y="26174"/>
                  </a:lnTo>
                  <a:lnTo>
                    <a:pt x="724700" y="70904"/>
                  </a:lnTo>
                  <a:lnTo>
                    <a:pt x="720407" y="82588"/>
                  </a:lnTo>
                  <a:lnTo>
                    <a:pt x="720661" y="88823"/>
                  </a:lnTo>
                  <a:lnTo>
                    <a:pt x="722566" y="94869"/>
                  </a:lnTo>
                  <a:lnTo>
                    <a:pt x="724268" y="98526"/>
                  </a:lnTo>
                  <a:lnTo>
                    <a:pt x="726922" y="101650"/>
                  </a:lnTo>
                  <a:lnTo>
                    <a:pt x="730211" y="104000"/>
                  </a:lnTo>
                  <a:lnTo>
                    <a:pt x="737057" y="108966"/>
                  </a:lnTo>
                  <a:lnTo>
                    <a:pt x="763308" y="97802"/>
                  </a:lnTo>
                  <a:lnTo>
                    <a:pt x="773671" y="83045"/>
                  </a:lnTo>
                  <a:lnTo>
                    <a:pt x="804951" y="36779"/>
                  </a:lnTo>
                  <a:lnTo>
                    <a:pt x="808939" y="23012"/>
                  </a:lnTo>
                  <a:lnTo>
                    <a:pt x="809104" y="21361"/>
                  </a:lnTo>
                  <a:lnTo>
                    <a:pt x="809536" y="18300"/>
                  </a:lnTo>
                  <a:lnTo>
                    <a:pt x="810221" y="15430"/>
                  </a:lnTo>
                  <a:close/>
                </a:path>
                <a:path w="9987915" h="1236345">
                  <a:moveTo>
                    <a:pt x="904913" y="762038"/>
                  </a:moveTo>
                  <a:lnTo>
                    <a:pt x="904875" y="754418"/>
                  </a:lnTo>
                  <a:lnTo>
                    <a:pt x="897712" y="731862"/>
                  </a:lnTo>
                  <a:lnTo>
                    <a:pt x="866978" y="666584"/>
                  </a:lnTo>
                  <a:lnTo>
                    <a:pt x="866978" y="763790"/>
                  </a:lnTo>
                  <a:lnTo>
                    <a:pt x="865746" y="767702"/>
                  </a:lnTo>
                  <a:lnTo>
                    <a:pt x="865263" y="768985"/>
                  </a:lnTo>
                  <a:lnTo>
                    <a:pt x="863993" y="771982"/>
                  </a:lnTo>
                  <a:lnTo>
                    <a:pt x="861695" y="774458"/>
                  </a:lnTo>
                  <a:lnTo>
                    <a:pt x="858786" y="775957"/>
                  </a:lnTo>
                  <a:lnTo>
                    <a:pt x="852106" y="774865"/>
                  </a:lnTo>
                  <a:lnTo>
                    <a:pt x="845223" y="773988"/>
                  </a:lnTo>
                  <a:lnTo>
                    <a:pt x="838923" y="772502"/>
                  </a:lnTo>
                  <a:lnTo>
                    <a:pt x="833996" y="769607"/>
                  </a:lnTo>
                  <a:lnTo>
                    <a:pt x="802144" y="743712"/>
                  </a:lnTo>
                  <a:lnTo>
                    <a:pt x="784847" y="733653"/>
                  </a:lnTo>
                  <a:lnTo>
                    <a:pt x="728840" y="708393"/>
                  </a:lnTo>
                  <a:lnTo>
                    <a:pt x="688733" y="699604"/>
                  </a:lnTo>
                  <a:lnTo>
                    <a:pt x="641921" y="694321"/>
                  </a:lnTo>
                  <a:lnTo>
                    <a:pt x="595642" y="693826"/>
                  </a:lnTo>
                  <a:lnTo>
                    <a:pt x="549846" y="697687"/>
                  </a:lnTo>
                  <a:lnTo>
                    <a:pt x="504494" y="705421"/>
                  </a:lnTo>
                  <a:lnTo>
                    <a:pt x="459536" y="716597"/>
                  </a:lnTo>
                  <a:lnTo>
                    <a:pt x="415645" y="730529"/>
                  </a:lnTo>
                  <a:lnTo>
                    <a:pt x="415645" y="788200"/>
                  </a:lnTo>
                  <a:lnTo>
                    <a:pt x="414058" y="797052"/>
                  </a:lnTo>
                  <a:lnTo>
                    <a:pt x="403402" y="803948"/>
                  </a:lnTo>
                  <a:lnTo>
                    <a:pt x="381774" y="811390"/>
                  </a:lnTo>
                  <a:lnTo>
                    <a:pt x="380949" y="809739"/>
                  </a:lnTo>
                  <a:lnTo>
                    <a:pt x="378917" y="805688"/>
                  </a:lnTo>
                  <a:lnTo>
                    <a:pt x="375894" y="799973"/>
                  </a:lnTo>
                  <a:lnTo>
                    <a:pt x="371779" y="791806"/>
                  </a:lnTo>
                  <a:lnTo>
                    <a:pt x="410057" y="774839"/>
                  </a:lnTo>
                  <a:lnTo>
                    <a:pt x="415645" y="788200"/>
                  </a:lnTo>
                  <a:lnTo>
                    <a:pt x="415645" y="730529"/>
                  </a:lnTo>
                  <a:lnTo>
                    <a:pt x="414934" y="730745"/>
                  </a:lnTo>
                  <a:lnTo>
                    <a:pt x="400113" y="736168"/>
                  </a:lnTo>
                  <a:lnTo>
                    <a:pt x="354088" y="754418"/>
                  </a:lnTo>
                  <a:lnTo>
                    <a:pt x="318846" y="679589"/>
                  </a:lnTo>
                  <a:lnTo>
                    <a:pt x="318846" y="773912"/>
                  </a:lnTo>
                  <a:lnTo>
                    <a:pt x="287578" y="788466"/>
                  </a:lnTo>
                  <a:lnTo>
                    <a:pt x="255917" y="802106"/>
                  </a:lnTo>
                  <a:lnTo>
                    <a:pt x="223862" y="814819"/>
                  </a:lnTo>
                  <a:lnTo>
                    <a:pt x="191439" y="826617"/>
                  </a:lnTo>
                  <a:lnTo>
                    <a:pt x="147485" y="829462"/>
                  </a:lnTo>
                  <a:lnTo>
                    <a:pt x="106667" y="816851"/>
                  </a:lnTo>
                  <a:lnTo>
                    <a:pt x="72834" y="790778"/>
                  </a:lnTo>
                  <a:lnTo>
                    <a:pt x="49834" y="753224"/>
                  </a:lnTo>
                  <a:lnTo>
                    <a:pt x="39801" y="710450"/>
                  </a:lnTo>
                  <a:lnTo>
                    <a:pt x="45148" y="668108"/>
                  </a:lnTo>
                  <a:lnTo>
                    <a:pt x="64655" y="630161"/>
                  </a:lnTo>
                  <a:lnTo>
                    <a:pt x="97116" y="600519"/>
                  </a:lnTo>
                  <a:lnTo>
                    <a:pt x="152425" y="571715"/>
                  </a:lnTo>
                  <a:lnTo>
                    <a:pt x="210642" y="544347"/>
                  </a:lnTo>
                  <a:lnTo>
                    <a:pt x="318846" y="773912"/>
                  </a:lnTo>
                  <a:lnTo>
                    <a:pt x="318846" y="679589"/>
                  </a:lnTo>
                  <a:lnTo>
                    <a:pt x="255155" y="544347"/>
                  </a:lnTo>
                  <a:lnTo>
                    <a:pt x="249923" y="533222"/>
                  </a:lnTo>
                  <a:lnTo>
                    <a:pt x="326034" y="481787"/>
                  </a:lnTo>
                  <a:lnTo>
                    <a:pt x="363029" y="455930"/>
                  </a:lnTo>
                  <a:lnTo>
                    <a:pt x="398602" y="428663"/>
                  </a:lnTo>
                  <a:lnTo>
                    <a:pt x="436753" y="394474"/>
                  </a:lnTo>
                  <a:lnTo>
                    <a:pt x="470496" y="357009"/>
                  </a:lnTo>
                  <a:lnTo>
                    <a:pt x="498970" y="315874"/>
                  </a:lnTo>
                  <a:lnTo>
                    <a:pt x="521309" y="270687"/>
                  </a:lnTo>
                  <a:lnTo>
                    <a:pt x="536638" y="221068"/>
                  </a:lnTo>
                  <a:lnTo>
                    <a:pt x="541693" y="172453"/>
                  </a:lnTo>
                  <a:lnTo>
                    <a:pt x="541604" y="156133"/>
                  </a:lnTo>
                  <a:lnTo>
                    <a:pt x="541197" y="147180"/>
                  </a:lnTo>
                  <a:lnTo>
                    <a:pt x="541401" y="138772"/>
                  </a:lnTo>
                  <a:lnTo>
                    <a:pt x="544334" y="131711"/>
                  </a:lnTo>
                  <a:lnTo>
                    <a:pt x="552132" y="126847"/>
                  </a:lnTo>
                  <a:lnTo>
                    <a:pt x="562356" y="126187"/>
                  </a:lnTo>
                  <a:lnTo>
                    <a:pt x="569137" y="130733"/>
                  </a:lnTo>
                  <a:lnTo>
                    <a:pt x="573798" y="138328"/>
                  </a:lnTo>
                  <a:lnTo>
                    <a:pt x="577646" y="146799"/>
                  </a:lnTo>
                  <a:lnTo>
                    <a:pt x="777811" y="571931"/>
                  </a:lnTo>
                  <a:lnTo>
                    <a:pt x="857465" y="740918"/>
                  </a:lnTo>
                  <a:lnTo>
                    <a:pt x="858989" y="744258"/>
                  </a:lnTo>
                  <a:lnTo>
                    <a:pt x="859942" y="746061"/>
                  </a:lnTo>
                  <a:lnTo>
                    <a:pt x="866978" y="763790"/>
                  </a:lnTo>
                  <a:lnTo>
                    <a:pt x="866978" y="666584"/>
                  </a:lnTo>
                  <a:lnTo>
                    <a:pt x="800938" y="526288"/>
                  </a:lnTo>
                  <a:lnTo>
                    <a:pt x="797585" y="519010"/>
                  </a:lnTo>
                  <a:lnTo>
                    <a:pt x="794308" y="511721"/>
                  </a:lnTo>
                  <a:lnTo>
                    <a:pt x="787933" y="497395"/>
                  </a:lnTo>
                  <a:lnTo>
                    <a:pt x="812787" y="473925"/>
                  </a:lnTo>
                  <a:lnTo>
                    <a:pt x="821385" y="459079"/>
                  </a:lnTo>
                  <a:lnTo>
                    <a:pt x="826884" y="449580"/>
                  </a:lnTo>
                  <a:lnTo>
                    <a:pt x="830376" y="424192"/>
                  </a:lnTo>
                  <a:lnTo>
                    <a:pt x="823417" y="397586"/>
                  </a:lnTo>
                  <a:lnTo>
                    <a:pt x="821563" y="394804"/>
                  </a:lnTo>
                  <a:lnTo>
                    <a:pt x="808177" y="374713"/>
                  </a:lnTo>
                  <a:lnTo>
                    <a:pt x="790092" y="362953"/>
                  </a:lnTo>
                  <a:lnTo>
                    <a:pt x="790092" y="424878"/>
                  </a:lnTo>
                  <a:lnTo>
                    <a:pt x="788797" y="436587"/>
                  </a:lnTo>
                  <a:lnTo>
                    <a:pt x="781989" y="447890"/>
                  </a:lnTo>
                  <a:lnTo>
                    <a:pt x="769429" y="459079"/>
                  </a:lnTo>
                  <a:lnTo>
                    <a:pt x="740321" y="397408"/>
                  </a:lnTo>
                  <a:lnTo>
                    <a:pt x="756119" y="394804"/>
                  </a:lnTo>
                  <a:lnTo>
                    <a:pt x="768845" y="396494"/>
                  </a:lnTo>
                  <a:lnTo>
                    <a:pt x="778751" y="402399"/>
                  </a:lnTo>
                  <a:lnTo>
                    <a:pt x="786130" y="412483"/>
                  </a:lnTo>
                  <a:lnTo>
                    <a:pt x="790092" y="424878"/>
                  </a:lnTo>
                  <a:lnTo>
                    <a:pt x="790092" y="362953"/>
                  </a:lnTo>
                  <a:lnTo>
                    <a:pt x="786460" y="360578"/>
                  </a:lnTo>
                  <a:lnTo>
                    <a:pt x="773938" y="358178"/>
                  </a:lnTo>
                  <a:lnTo>
                    <a:pt x="757834" y="355104"/>
                  </a:lnTo>
                  <a:lnTo>
                    <a:pt x="721893" y="358178"/>
                  </a:lnTo>
                  <a:lnTo>
                    <a:pt x="683679" y="277418"/>
                  </a:lnTo>
                  <a:lnTo>
                    <a:pt x="646315" y="197739"/>
                  </a:lnTo>
                  <a:lnTo>
                    <a:pt x="627545" y="157937"/>
                  </a:lnTo>
                  <a:lnTo>
                    <a:pt x="608533" y="118262"/>
                  </a:lnTo>
                  <a:lnTo>
                    <a:pt x="576275" y="89103"/>
                  </a:lnTo>
                  <a:lnTo>
                    <a:pt x="554736" y="85839"/>
                  </a:lnTo>
                  <a:lnTo>
                    <a:pt x="532828" y="91287"/>
                  </a:lnTo>
                  <a:lnTo>
                    <a:pt x="518680" y="100838"/>
                  </a:lnTo>
                  <a:lnTo>
                    <a:pt x="508177" y="113842"/>
                  </a:lnTo>
                  <a:lnTo>
                    <a:pt x="501929" y="129336"/>
                  </a:lnTo>
                  <a:lnTo>
                    <a:pt x="500481" y="146342"/>
                  </a:lnTo>
                  <a:lnTo>
                    <a:pt x="502221" y="186143"/>
                  </a:lnTo>
                  <a:lnTo>
                    <a:pt x="495719" y="223812"/>
                  </a:lnTo>
                  <a:lnTo>
                    <a:pt x="482473" y="259676"/>
                  </a:lnTo>
                  <a:lnTo>
                    <a:pt x="463956" y="294106"/>
                  </a:lnTo>
                  <a:lnTo>
                    <a:pt x="437070" y="333057"/>
                  </a:lnTo>
                  <a:lnTo>
                    <a:pt x="406450" y="368896"/>
                  </a:lnTo>
                  <a:lnTo>
                    <a:pt x="372351" y="401383"/>
                  </a:lnTo>
                  <a:lnTo>
                    <a:pt x="335064" y="430237"/>
                  </a:lnTo>
                  <a:lnTo>
                    <a:pt x="294855" y="455218"/>
                  </a:lnTo>
                  <a:lnTo>
                    <a:pt x="247205" y="480961"/>
                  </a:lnTo>
                  <a:lnTo>
                    <a:pt x="198704" y="505244"/>
                  </a:lnTo>
                  <a:lnTo>
                    <a:pt x="100787" y="552196"/>
                  </a:lnTo>
                  <a:lnTo>
                    <a:pt x="56870" y="581075"/>
                  </a:lnTo>
                  <a:lnTo>
                    <a:pt x="24765" y="618604"/>
                  </a:lnTo>
                  <a:lnTo>
                    <a:pt x="5473" y="662482"/>
                  </a:lnTo>
                  <a:lnTo>
                    <a:pt x="0" y="710387"/>
                  </a:lnTo>
                  <a:lnTo>
                    <a:pt x="9359" y="760044"/>
                  </a:lnTo>
                  <a:lnTo>
                    <a:pt x="33401" y="804786"/>
                  </a:lnTo>
                  <a:lnTo>
                    <a:pt x="68580" y="839114"/>
                  </a:lnTo>
                  <a:lnTo>
                    <a:pt x="111861" y="861504"/>
                  </a:lnTo>
                  <a:lnTo>
                    <a:pt x="160235" y="870369"/>
                  </a:lnTo>
                  <a:lnTo>
                    <a:pt x="210667" y="864146"/>
                  </a:lnTo>
                  <a:lnTo>
                    <a:pt x="217703" y="862965"/>
                  </a:lnTo>
                  <a:lnTo>
                    <a:pt x="223240" y="864222"/>
                  </a:lnTo>
                  <a:lnTo>
                    <a:pt x="227799" y="867727"/>
                  </a:lnTo>
                  <a:lnTo>
                    <a:pt x="231902" y="873302"/>
                  </a:lnTo>
                  <a:lnTo>
                    <a:pt x="243878" y="892390"/>
                  </a:lnTo>
                  <a:lnTo>
                    <a:pt x="256082" y="911339"/>
                  </a:lnTo>
                  <a:lnTo>
                    <a:pt x="280644" y="949147"/>
                  </a:lnTo>
                  <a:lnTo>
                    <a:pt x="338074" y="1038288"/>
                  </a:lnTo>
                  <a:lnTo>
                    <a:pt x="357378" y="1067892"/>
                  </a:lnTo>
                  <a:lnTo>
                    <a:pt x="370014" y="1083030"/>
                  </a:lnTo>
                  <a:lnTo>
                    <a:pt x="386321" y="1093317"/>
                  </a:lnTo>
                  <a:lnTo>
                    <a:pt x="404990" y="1098156"/>
                  </a:lnTo>
                  <a:lnTo>
                    <a:pt x="424688" y="1097000"/>
                  </a:lnTo>
                  <a:lnTo>
                    <a:pt x="442785" y="1092047"/>
                  </a:lnTo>
                  <a:lnTo>
                    <a:pt x="457949" y="1081798"/>
                  </a:lnTo>
                  <a:lnTo>
                    <a:pt x="469061" y="1067282"/>
                  </a:lnTo>
                  <a:lnTo>
                    <a:pt x="472236" y="1057871"/>
                  </a:lnTo>
                  <a:lnTo>
                    <a:pt x="475068" y="1049515"/>
                  </a:lnTo>
                  <a:lnTo>
                    <a:pt x="472020" y="1009396"/>
                  </a:lnTo>
                  <a:lnTo>
                    <a:pt x="451205" y="959853"/>
                  </a:lnTo>
                  <a:lnTo>
                    <a:pt x="437159" y="929741"/>
                  </a:lnTo>
                  <a:lnTo>
                    <a:pt x="437159" y="1039558"/>
                  </a:lnTo>
                  <a:lnTo>
                    <a:pt x="433070" y="1048677"/>
                  </a:lnTo>
                  <a:lnTo>
                    <a:pt x="424497" y="1054989"/>
                  </a:lnTo>
                  <a:lnTo>
                    <a:pt x="412889" y="1057871"/>
                  </a:lnTo>
                  <a:lnTo>
                    <a:pt x="402971" y="1055878"/>
                  </a:lnTo>
                  <a:lnTo>
                    <a:pt x="394449" y="1049769"/>
                  </a:lnTo>
                  <a:lnTo>
                    <a:pt x="387045" y="1040295"/>
                  </a:lnTo>
                  <a:lnTo>
                    <a:pt x="311823" y="923391"/>
                  </a:lnTo>
                  <a:lnTo>
                    <a:pt x="272770" y="862965"/>
                  </a:lnTo>
                  <a:lnTo>
                    <a:pt x="260845" y="844524"/>
                  </a:lnTo>
                  <a:lnTo>
                    <a:pt x="292709" y="829462"/>
                  </a:lnTo>
                  <a:lnTo>
                    <a:pt x="334441" y="809739"/>
                  </a:lnTo>
                  <a:lnTo>
                    <a:pt x="337375" y="814882"/>
                  </a:lnTo>
                  <a:lnTo>
                    <a:pt x="340283" y="819264"/>
                  </a:lnTo>
                  <a:lnTo>
                    <a:pt x="345071" y="829462"/>
                  </a:lnTo>
                  <a:lnTo>
                    <a:pt x="389382" y="923455"/>
                  </a:lnTo>
                  <a:lnTo>
                    <a:pt x="432015" y="1014133"/>
                  </a:lnTo>
                  <a:lnTo>
                    <a:pt x="436791" y="1027950"/>
                  </a:lnTo>
                  <a:lnTo>
                    <a:pt x="437159" y="1039558"/>
                  </a:lnTo>
                  <a:lnTo>
                    <a:pt x="437159" y="929741"/>
                  </a:lnTo>
                  <a:lnTo>
                    <a:pt x="434200" y="923391"/>
                  </a:lnTo>
                  <a:lnTo>
                    <a:pt x="399605" y="850811"/>
                  </a:lnTo>
                  <a:lnTo>
                    <a:pt x="434708" y="829348"/>
                  </a:lnTo>
                  <a:lnTo>
                    <a:pt x="452704" y="811390"/>
                  </a:lnTo>
                  <a:lnTo>
                    <a:pt x="452970" y="811123"/>
                  </a:lnTo>
                  <a:lnTo>
                    <a:pt x="457758" y="790562"/>
                  </a:lnTo>
                  <a:lnTo>
                    <a:pt x="454812" y="774839"/>
                  </a:lnTo>
                  <a:lnTo>
                    <a:pt x="452412" y="762038"/>
                  </a:lnTo>
                  <a:lnTo>
                    <a:pt x="454469" y="760450"/>
                  </a:lnTo>
                  <a:lnTo>
                    <a:pt x="511200" y="744258"/>
                  </a:lnTo>
                  <a:lnTo>
                    <a:pt x="564299" y="736079"/>
                  </a:lnTo>
                  <a:lnTo>
                    <a:pt x="617969" y="733653"/>
                  </a:lnTo>
                  <a:lnTo>
                    <a:pt x="671753" y="737019"/>
                  </a:lnTo>
                  <a:lnTo>
                    <a:pt x="708164" y="743546"/>
                  </a:lnTo>
                  <a:lnTo>
                    <a:pt x="742759" y="755916"/>
                  </a:lnTo>
                  <a:lnTo>
                    <a:pt x="774852" y="773811"/>
                  </a:lnTo>
                  <a:lnTo>
                    <a:pt x="803744" y="796899"/>
                  </a:lnTo>
                  <a:lnTo>
                    <a:pt x="823074" y="811745"/>
                  </a:lnTo>
                  <a:lnTo>
                    <a:pt x="843305" y="818743"/>
                  </a:lnTo>
                  <a:lnTo>
                    <a:pt x="863498" y="817791"/>
                  </a:lnTo>
                  <a:lnTo>
                    <a:pt x="882726" y="808761"/>
                  </a:lnTo>
                  <a:lnTo>
                    <a:pt x="897318" y="793953"/>
                  </a:lnTo>
                  <a:lnTo>
                    <a:pt x="904671" y="775957"/>
                  </a:lnTo>
                  <a:lnTo>
                    <a:pt x="904798" y="774458"/>
                  </a:lnTo>
                  <a:lnTo>
                    <a:pt x="904913" y="762038"/>
                  </a:lnTo>
                  <a:close/>
                </a:path>
                <a:path w="9987915" h="1236345">
                  <a:moveTo>
                    <a:pt x="1020368" y="299910"/>
                  </a:moveTo>
                  <a:lnTo>
                    <a:pt x="1019886" y="297053"/>
                  </a:lnTo>
                  <a:lnTo>
                    <a:pt x="1018933" y="288112"/>
                  </a:lnTo>
                  <a:lnTo>
                    <a:pt x="1013498" y="280263"/>
                  </a:lnTo>
                  <a:lnTo>
                    <a:pt x="1005446" y="276237"/>
                  </a:lnTo>
                  <a:lnTo>
                    <a:pt x="999350" y="274307"/>
                  </a:lnTo>
                  <a:lnTo>
                    <a:pt x="993063" y="273926"/>
                  </a:lnTo>
                  <a:lnTo>
                    <a:pt x="986866" y="275094"/>
                  </a:lnTo>
                  <a:lnTo>
                    <a:pt x="950226" y="296265"/>
                  </a:lnTo>
                  <a:lnTo>
                    <a:pt x="912393" y="321500"/>
                  </a:lnTo>
                  <a:lnTo>
                    <a:pt x="907884" y="338721"/>
                  </a:lnTo>
                  <a:lnTo>
                    <a:pt x="910932" y="347599"/>
                  </a:lnTo>
                  <a:lnTo>
                    <a:pt x="915111" y="354952"/>
                  </a:lnTo>
                  <a:lnTo>
                    <a:pt x="922997" y="359435"/>
                  </a:lnTo>
                  <a:lnTo>
                    <a:pt x="931456" y="359283"/>
                  </a:lnTo>
                  <a:lnTo>
                    <a:pt x="935786" y="359143"/>
                  </a:lnTo>
                  <a:lnTo>
                    <a:pt x="939977" y="357886"/>
                  </a:lnTo>
                  <a:lnTo>
                    <a:pt x="943660" y="355600"/>
                  </a:lnTo>
                  <a:lnTo>
                    <a:pt x="975004" y="336867"/>
                  </a:lnTo>
                  <a:lnTo>
                    <a:pt x="1010640" y="314236"/>
                  </a:lnTo>
                  <a:lnTo>
                    <a:pt x="1016076" y="306273"/>
                  </a:lnTo>
                  <a:lnTo>
                    <a:pt x="1016901" y="304825"/>
                  </a:lnTo>
                  <a:lnTo>
                    <a:pt x="1018552" y="302221"/>
                  </a:lnTo>
                  <a:lnTo>
                    <a:pt x="1020368" y="299910"/>
                  </a:lnTo>
                  <a:close/>
                </a:path>
                <a:path w="9987915" h="1236345">
                  <a:moveTo>
                    <a:pt x="1100391" y="683031"/>
                  </a:moveTo>
                  <a:lnTo>
                    <a:pt x="1099210" y="676503"/>
                  </a:lnTo>
                  <a:lnTo>
                    <a:pt x="1096403" y="668312"/>
                  </a:lnTo>
                  <a:lnTo>
                    <a:pt x="1089647" y="662114"/>
                  </a:lnTo>
                  <a:lnTo>
                    <a:pt x="1081239" y="659993"/>
                  </a:lnTo>
                  <a:lnTo>
                    <a:pt x="1046530" y="650557"/>
                  </a:lnTo>
                  <a:lnTo>
                    <a:pt x="1011593" y="641527"/>
                  </a:lnTo>
                  <a:lnTo>
                    <a:pt x="1002207" y="640816"/>
                  </a:lnTo>
                  <a:lnTo>
                    <a:pt x="993609" y="643661"/>
                  </a:lnTo>
                  <a:lnTo>
                    <a:pt x="986701" y="649516"/>
                  </a:lnTo>
                  <a:lnTo>
                    <a:pt x="982421" y="657860"/>
                  </a:lnTo>
                  <a:lnTo>
                    <a:pt x="980046" y="665949"/>
                  </a:lnTo>
                  <a:lnTo>
                    <a:pt x="982256" y="674700"/>
                  </a:lnTo>
                  <a:lnTo>
                    <a:pt x="988212" y="680681"/>
                  </a:lnTo>
                  <a:lnTo>
                    <a:pt x="991285" y="683691"/>
                  </a:lnTo>
                  <a:lnTo>
                    <a:pt x="995121" y="685838"/>
                  </a:lnTo>
                  <a:lnTo>
                    <a:pt x="999312" y="686904"/>
                  </a:lnTo>
                  <a:lnTo>
                    <a:pt x="1034503" y="696569"/>
                  </a:lnTo>
                  <a:lnTo>
                    <a:pt x="1052576" y="701268"/>
                  </a:lnTo>
                  <a:lnTo>
                    <a:pt x="1070775" y="705777"/>
                  </a:lnTo>
                  <a:lnTo>
                    <a:pt x="1075524" y="706564"/>
                  </a:lnTo>
                  <a:lnTo>
                    <a:pt x="1080401" y="706285"/>
                  </a:lnTo>
                  <a:lnTo>
                    <a:pt x="1085037" y="704938"/>
                  </a:lnTo>
                  <a:lnTo>
                    <a:pt x="1086650" y="704545"/>
                  </a:lnTo>
                  <a:lnTo>
                    <a:pt x="1089672" y="703935"/>
                  </a:lnTo>
                  <a:lnTo>
                    <a:pt x="1092530" y="703618"/>
                  </a:lnTo>
                  <a:lnTo>
                    <a:pt x="1094270" y="701268"/>
                  </a:lnTo>
                  <a:lnTo>
                    <a:pt x="1097838" y="695744"/>
                  </a:lnTo>
                  <a:lnTo>
                    <a:pt x="1099908" y="689546"/>
                  </a:lnTo>
                  <a:lnTo>
                    <a:pt x="1100391" y="683031"/>
                  </a:lnTo>
                  <a:close/>
                </a:path>
                <a:path w="9987915" h="1236345">
                  <a:moveTo>
                    <a:pt x="3662210" y="1038529"/>
                  </a:moveTo>
                  <a:lnTo>
                    <a:pt x="3660127" y="1028280"/>
                  </a:lnTo>
                  <a:lnTo>
                    <a:pt x="3654475" y="1019886"/>
                  </a:lnTo>
                  <a:lnTo>
                    <a:pt x="3646119" y="1014222"/>
                  </a:lnTo>
                  <a:lnTo>
                    <a:pt x="3635895" y="1012139"/>
                  </a:lnTo>
                  <a:lnTo>
                    <a:pt x="3609441" y="1012139"/>
                  </a:lnTo>
                  <a:lnTo>
                    <a:pt x="3609441" y="1064920"/>
                  </a:lnTo>
                  <a:lnTo>
                    <a:pt x="3600094" y="1101153"/>
                  </a:lnTo>
                  <a:lnTo>
                    <a:pt x="3578707" y="1130579"/>
                  </a:lnTo>
                  <a:lnTo>
                    <a:pt x="3548100" y="1150327"/>
                  </a:lnTo>
                  <a:lnTo>
                    <a:pt x="3511143" y="1157554"/>
                  </a:lnTo>
                  <a:lnTo>
                    <a:pt x="3474186" y="1150327"/>
                  </a:lnTo>
                  <a:lnTo>
                    <a:pt x="3443592" y="1130579"/>
                  </a:lnTo>
                  <a:lnTo>
                    <a:pt x="3422192" y="1101153"/>
                  </a:lnTo>
                  <a:lnTo>
                    <a:pt x="3412833" y="1064920"/>
                  </a:lnTo>
                  <a:lnTo>
                    <a:pt x="3609441" y="1064920"/>
                  </a:lnTo>
                  <a:lnTo>
                    <a:pt x="3609441" y="1012139"/>
                  </a:lnTo>
                  <a:lnTo>
                    <a:pt x="3386264" y="1012139"/>
                  </a:lnTo>
                  <a:lnTo>
                    <a:pt x="3376041" y="1014222"/>
                  </a:lnTo>
                  <a:lnTo>
                    <a:pt x="3367671" y="1019886"/>
                  </a:lnTo>
                  <a:lnTo>
                    <a:pt x="3362020" y="1028280"/>
                  </a:lnTo>
                  <a:lnTo>
                    <a:pt x="3359950" y="1038529"/>
                  </a:lnTo>
                  <a:lnTo>
                    <a:pt x="3359950" y="1058710"/>
                  </a:lnTo>
                  <a:lnTo>
                    <a:pt x="3367671" y="1106614"/>
                  </a:lnTo>
                  <a:lnTo>
                    <a:pt x="3389172" y="1148232"/>
                  </a:lnTo>
                  <a:lnTo>
                    <a:pt x="3421938" y="1181061"/>
                  </a:lnTo>
                  <a:lnTo>
                    <a:pt x="3463429" y="1202601"/>
                  </a:lnTo>
                  <a:lnTo>
                    <a:pt x="3511143" y="1210335"/>
                  </a:lnTo>
                  <a:lnTo>
                    <a:pt x="3558908" y="1202601"/>
                  </a:lnTo>
                  <a:lnTo>
                    <a:pt x="3600399" y="1181061"/>
                  </a:lnTo>
                  <a:lnTo>
                    <a:pt x="3633114" y="1148232"/>
                  </a:lnTo>
                  <a:lnTo>
                    <a:pt x="3654552" y="1106614"/>
                  </a:lnTo>
                  <a:lnTo>
                    <a:pt x="3661219" y="1064920"/>
                  </a:lnTo>
                  <a:lnTo>
                    <a:pt x="3662210" y="1058710"/>
                  </a:lnTo>
                  <a:lnTo>
                    <a:pt x="3662210" y="1038529"/>
                  </a:lnTo>
                  <a:close/>
                </a:path>
                <a:path w="9987915" h="1236345">
                  <a:moveTo>
                    <a:pt x="3707612" y="944308"/>
                  </a:moveTo>
                  <a:lnTo>
                    <a:pt x="3705542" y="934059"/>
                  </a:lnTo>
                  <a:lnTo>
                    <a:pt x="3699878" y="925677"/>
                  </a:lnTo>
                  <a:lnTo>
                    <a:pt x="3691509" y="920000"/>
                  </a:lnTo>
                  <a:lnTo>
                    <a:pt x="3681298" y="917917"/>
                  </a:lnTo>
                  <a:lnTo>
                    <a:pt x="3340989" y="917917"/>
                  </a:lnTo>
                  <a:lnTo>
                    <a:pt x="3330765" y="920000"/>
                  </a:lnTo>
                  <a:lnTo>
                    <a:pt x="3322396" y="925677"/>
                  </a:lnTo>
                  <a:lnTo>
                    <a:pt x="3316744" y="934059"/>
                  </a:lnTo>
                  <a:lnTo>
                    <a:pt x="3314674" y="944308"/>
                  </a:lnTo>
                  <a:lnTo>
                    <a:pt x="3316744" y="954557"/>
                  </a:lnTo>
                  <a:lnTo>
                    <a:pt x="3322396" y="962952"/>
                  </a:lnTo>
                  <a:lnTo>
                    <a:pt x="3330765" y="968629"/>
                  </a:lnTo>
                  <a:lnTo>
                    <a:pt x="3340989" y="970699"/>
                  </a:lnTo>
                  <a:lnTo>
                    <a:pt x="3681425" y="970699"/>
                  </a:lnTo>
                  <a:lnTo>
                    <a:pt x="3691623" y="968629"/>
                  </a:lnTo>
                  <a:lnTo>
                    <a:pt x="3699954" y="962952"/>
                  </a:lnTo>
                  <a:lnTo>
                    <a:pt x="3705555" y="954557"/>
                  </a:lnTo>
                  <a:lnTo>
                    <a:pt x="3707612" y="944308"/>
                  </a:lnTo>
                  <a:close/>
                </a:path>
                <a:path w="9987915" h="1236345">
                  <a:moveTo>
                    <a:pt x="3820122" y="476402"/>
                  </a:moveTo>
                  <a:lnTo>
                    <a:pt x="3815702" y="429171"/>
                  </a:lnTo>
                  <a:lnTo>
                    <a:pt x="3804361" y="384124"/>
                  </a:lnTo>
                  <a:lnTo>
                    <a:pt x="3786657" y="341858"/>
                  </a:lnTo>
                  <a:lnTo>
                    <a:pt x="3767620" y="310362"/>
                  </a:lnTo>
                  <a:lnTo>
                    <a:pt x="3767620" y="477189"/>
                  </a:lnTo>
                  <a:lnTo>
                    <a:pt x="3764711" y="520738"/>
                  </a:lnTo>
                  <a:lnTo>
                    <a:pt x="3754729" y="562533"/>
                  </a:lnTo>
                  <a:lnTo>
                    <a:pt x="3737826" y="602005"/>
                  </a:lnTo>
                  <a:lnTo>
                    <a:pt x="3689007" y="677621"/>
                  </a:lnTo>
                  <a:lnTo>
                    <a:pt x="3670096" y="720890"/>
                  </a:lnTo>
                  <a:lnTo>
                    <a:pt x="3657765" y="767410"/>
                  </a:lnTo>
                  <a:lnTo>
                    <a:pt x="3652342" y="816178"/>
                  </a:lnTo>
                  <a:lnTo>
                    <a:pt x="3595700" y="816178"/>
                  </a:lnTo>
                  <a:lnTo>
                    <a:pt x="3649294" y="602157"/>
                  </a:lnTo>
                  <a:lnTo>
                    <a:pt x="3661689" y="552665"/>
                  </a:lnTo>
                  <a:lnTo>
                    <a:pt x="3661803" y="551484"/>
                  </a:lnTo>
                  <a:lnTo>
                    <a:pt x="3637292" y="519849"/>
                  </a:lnTo>
                  <a:lnTo>
                    <a:pt x="3629672" y="520611"/>
                  </a:lnTo>
                  <a:lnTo>
                    <a:pt x="3622471" y="523633"/>
                  </a:lnTo>
                  <a:lnTo>
                    <a:pt x="3594963" y="540372"/>
                  </a:lnTo>
                  <a:lnTo>
                    <a:pt x="3594963" y="602157"/>
                  </a:lnTo>
                  <a:lnTo>
                    <a:pt x="3541420" y="816178"/>
                  </a:lnTo>
                  <a:lnTo>
                    <a:pt x="3481133" y="816178"/>
                  </a:lnTo>
                  <a:lnTo>
                    <a:pt x="3427577" y="602157"/>
                  </a:lnTo>
                  <a:lnTo>
                    <a:pt x="3448888" y="615213"/>
                  </a:lnTo>
                  <a:lnTo>
                    <a:pt x="3456533" y="616280"/>
                  </a:lnTo>
                  <a:lnTo>
                    <a:pt x="3470618" y="612305"/>
                  </a:lnTo>
                  <a:lnTo>
                    <a:pt x="3476536" y="607428"/>
                  </a:lnTo>
                  <a:lnTo>
                    <a:pt x="3479228" y="602157"/>
                  </a:lnTo>
                  <a:lnTo>
                    <a:pt x="3505073" y="551484"/>
                  </a:lnTo>
                  <a:lnTo>
                    <a:pt x="3511270" y="539343"/>
                  </a:lnTo>
                  <a:lnTo>
                    <a:pt x="3542728" y="600964"/>
                  </a:lnTo>
                  <a:lnTo>
                    <a:pt x="3546144" y="607428"/>
                  </a:lnTo>
                  <a:lnTo>
                    <a:pt x="3552063" y="612305"/>
                  </a:lnTo>
                  <a:lnTo>
                    <a:pt x="3566020" y="616280"/>
                  </a:lnTo>
                  <a:lnTo>
                    <a:pt x="3573526" y="615213"/>
                  </a:lnTo>
                  <a:lnTo>
                    <a:pt x="3594963" y="602157"/>
                  </a:lnTo>
                  <a:lnTo>
                    <a:pt x="3594963" y="540372"/>
                  </a:lnTo>
                  <a:lnTo>
                    <a:pt x="3576675" y="551484"/>
                  </a:lnTo>
                  <a:lnTo>
                    <a:pt x="3570465" y="539343"/>
                  </a:lnTo>
                  <a:lnTo>
                    <a:pt x="3534702" y="469404"/>
                  </a:lnTo>
                  <a:lnTo>
                    <a:pt x="3511270" y="455015"/>
                  </a:lnTo>
                  <a:lnTo>
                    <a:pt x="3504082" y="456018"/>
                  </a:lnTo>
                  <a:lnTo>
                    <a:pt x="3497542" y="458901"/>
                  </a:lnTo>
                  <a:lnTo>
                    <a:pt x="3492004" y="463423"/>
                  </a:lnTo>
                  <a:lnTo>
                    <a:pt x="3487851" y="469404"/>
                  </a:lnTo>
                  <a:lnTo>
                    <a:pt x="3445878" y="551484"/>
                  </a:lnTo>
                  <a:lnTo>
                    <a:pt x="3400082" y="523633"/>
                  </a:lnTo>
                  <a:lnTo>
                    <a:pt x="3392805" y="520611"/>
                  </a:lnTo>
                  <a:lnTo>
                    <a:pt x="3385159" y="519849"/>
                  </a:lnTo>
                  <a:lnTo>
                    <a:pt x="3377628" y="521296"/>
                  </a:lnTo>
                  <a:lnTo>
                    <a:pt x="3370732" y="524967"/>
                  </a:lnTo>
                  <a:lnTo>
                    <a:pt x="3365208" y="530491"/>
                  </a:lnTo>
                  <a:lnTo>
                    <a:pt x="3361601" y="537286"/>
                  </a:lnTo>
                  <a:lnTo>
                    <a:pt x="3360089" y="544830"/>
                  </a:lnTo>
                  <a:lnTo>
                    <a:pt x="3360864" y="552665"/>
                  </a:lnTo>
                  <a:lnTo>
                    <a:pt x="3426853" y="816178"/>
                  </a:lnTo>
                  <a:lnTo>
                    <a:pt x="3370211" y="816178"/>
                  </a:lnTo>
                  <a:lnTo>
                    <a:pt x="3364509" y="768375"/>
                  </a:lnTo>
                  <a:lnTo>
                    <a:pt x="3351504" y="721550"/>
                  </a:lnTo>
                  <a:lnTo>
                    <a:pt x="3331362" y="676287"/>
                  </a:lnTo>
                  <a:lnTo>
                    <a:pt x="3304273" y="633158"/>
                  </a:lnTo>
                  <a:lnTo>
                    <a:pt x="3282962" y="598563"/>
                  </a:lnTo>
                  <a:lnTo>
                    <a:pt x="3267506" y="561416"/>
                  </a:lnTo>
                  <a:lnTo>
                    <a:pt x="3258108" y="522236"/>
                  </a:lnTo>
                  <a:lnTo>
                    <a:pt x="3254933" y="481545"/>
                  </a:lnTo>
                  <a:lnTo>
                    <a:pt x="3260242" y="428942"/>
                  </a:lnTo>
                  <a:lnTo>
                    <a:pt x="3275850" y="379399"/>
                  </a:lnTo>
                  <a:lnTo>
                    <a:pt x="3301238" y="334086"/>
                  </a:lnTo>
                  <a:lnTo>
                    <a:pt x="3335858" y="294170"/>
                  </a:lnTo>
                  <a:lnTo>
                    <a:pt x="3377755" y="262026"/>
                  </a:lnTo>
                  <a:lnTo>
                    <a:pt x="3424491" y="239509"/>
                  </a:lnTo>
                  <a:lnTo>
                    <a:pt x="3474872" y="227037"/>
                  </a:lnTo>
                  <a:lnTo>
                    <a:pt x="3527717" y="225018"/>
                  </a:lnTo>
                  <a:lnTo>
                    <a:pt x="3575951" y="232740"/>
                  </a:lnTo>
                  <a:lnTo>
                    <a:pt x="3620744" y="249148"/>
                  </a:lnTo>
                  <a:lnTo>
                    <a:pt x="3661219" y="273291"/>
                  </a:lnTo>
                  <a:lnTo>
                    <a:pt x="3696474" y="304241"/>
                  </a:lnTo>
                  <a:lnTo>
                    <a:pt x="3725634" y="341045"/>
                  </a:lnTo>
                  <a:lnTo>
                    <a:pt x="3747808" y="382765"/>
                  </a:lnTo>
                  <a:lnTo>
                    <a:pt x="3762095" y="428459"/>
                  </a:lnTo>
                  <a:lnTo>
                    <a:pt x="3767620" y="477189"/>
                  </a:lnTo>
                  <a:lnTo>
                    <a:pt x="3767620" y="310362"/>
                  </a:lnTo>
                  <a:lnTo>
                    <a:pt x="3734371" y="267982"/>
                  </a:lnTo>
                  <a:lnTo>
                    <a:pt x="3700894" y="237515"/>
                  </a:lnTo>
                  <a:lnTo>
                    <a:pt x="3663251" y="212140"/>
                  </a:lnTo>
                  <a:lnTo>
                    <a:pt x="3622002" y="192443"/>
                  </a:lnTo>
                  <a:lnTo>
                    <a:pt x="3577704" y="178993"/>
                  </a:lnTo>
                  <a:lnTo>
                    <a:pt x="3530879" y="172364"/>
                  </a:lnTo>
                  <a:lnTo>
                    <a:pt x="3479762" y="173291"/>
                  </a:lnTo>
                  <a:lnTo>
                    <a:pt x="3430333" y="182359"/>
                  </a:lnTo>
                  <a:lnTo>
                    <a:pt x="3383356" y="199313"/>
                  </a:lnTo>
                  <a:lnTo>
                    <a:pt x="3339541" y="223875"/>
                  </a:lnTo>
                  <a:lnTo>
                    <a:pt x="3299676" y="255765"/>
                  </a:lnTo>
                  <a:lnTo>
                    <a:pt x="3265728" y="293471"/>
                  </a:lnTo>
                  <a:lnTo>
                    <a:pt x="3238576" y="335927"/>
                  </a:lnTo>
                  <a:lnTo>
                    <a:pt x="3218637" y="382092"/>
                  </a:lnTo>
                  <a:lnTo>
                    <a:pt x="3206356" y="430974"/>
                  </a:lnTo>
                  <a:lnTo>
                    <a:pt x="3202165" y="481545"/>
                  </a:lnTo>
                  <a:lnTo>
                    <a:pt x="3206000" y="530542"/>
                  </a:lnTo>
                  <a:lnTo>
                    <a:pt x="3217354" y="577773"/>
                  </a:lnTo>
                  <a:lnTo>
                    <a:pt x="3236023" y="622566"/>
                  </a:lnTo>
                  <a:lnTo>
                    <a:pt x="3261766" y="664311"/>
                  </a:lnTo>
                  <a:lnTo>
                    <a:pt x="3285947" y="703033"/>
                  </a:lnTo>
                  <a:lnTo>
                    <a:pt x="3303460" y="743623"/>
                  </a:lnTo>
                  <a:lnTo>
                    <a:pt x="3314103" y="785533"/>
                  </a:lnTo>
                  <a:lnTo>
                    <a:pt x="3317710" y="828192"/>
                  </a:lnTo>
                  <a:lnTo>
                    <a:pt x="3317735" y="842708"/>
                  </a:lnTo>
                  <a:lnTo>
                    <a:pt x="3319780" y="852817"/>
                  </a:lnTo>
                  <a:lnTo>
                    <a:pt x="3325431" y="861212"/>
                  </a:lnTo>
                  <a:lnTo>
                    <a:pt x="3333800" y="866876"/>
                  </a:lnTo>
                  <a:lnTo>
                    <a:pt x="3344024" y="868959"/>
                  </a:lnTo>
                  <a:lnTo>
                    <a:pt x="3460610" y="868959"/>
                  </a:lnTo>
                  <a:lnTo>
                    <a:pt x="3561804" y="868959"/>
                  </a:lnTo>
                  <a:lnTo>
                    <a:pt x="3678275" y="868959"/>
                  </a:lnTo>
                  <a:lnTo>
                    <a:pt x="3688550" y="866902"/>
                  </a:lnTo>
                  <a:lnTo>
                    <a:pt x="3696919" y="861275"/>
                  </a:lnTo>
                  <a:lnTo>
                    <a:pt x="3702583" y="852932"/>
                  </a:lnTo>
                  <a:lnTo>
                    <a:pt x="3704717" y="842708"/>
                  </a:lnTo>
                  <a:lnTo>
                    <a:pt x="3704767" y="828192"/>
                  </a:lnTo>
                  <a:lnTo>
                    <a:pt x="3705682" y="816178"/>
                  </a:lnTo>
                  <a:lnTo>
                    <a:pt x="3717912" y="743737"/>
                  </a:lnTo>
                  <a:lnTo>
                    <a:pt x="3733914" y="705307"/>
                  </a:lnTo>
                  <a:lnTo>
                    <a:pt x="3755771" y="670902"/>
                  </a:lnTo>
                  <a:lnTo>
                    <a:pt x="3784257" y="626846"/>
                  </a:lnTo>
                  <a:lnTo>
                    <a:pt x="3804628" y="579297"/>
                  </a:lnTo>
                  <a:lnTo>
                    <a:pt x="3816654" y="528916"/>
                  </a:lnTo>
                  <a:lnTo>
                    <a:pt x="3820122" y="476402"/>
                  </a:lnTo>
                  <a:close/>
                </a:path>
                <a:path w="9987915" h="1236345">
                  <a:moveTo>
                    <a:pt x="6538430" y="754697"/>
                  </a:moveTo>
                  <a:lnTo>
                    <a:pt x="6537172" y="745807"/>
                  </a:lnTo>
                  <a:lnTo>
                    <a:pt x="6532816" y="739457"/>
                  </a:lnTo>
                  <a:lnTo>
                    <a:pt x="6526022" y="734377"/>
                  </a:lnTo>
                  <a:lnTo>
                    <a:pt x="6517449" y="731837"/>
                  </a:lnTo>
                  <a:lnTo>
                    <a:pt x="6508775" y="733107"/>
                  </a:lnTo>
                  <a:lnTo>
                    <a:pt x="6501701" y="738187"/>
                  </a:lnTo>
                  <a:lnTo>
                    <a:pt x="6496926" y="745807"/>
                  </a:lnTo>
                  <a:lnTo>
                    <a:pt x="6495174" y="753427"/>
                  </a:lnTo>
                  <a:lnTo>
                    <a:pt x="6496926" y="762317"/>
                  </a:lnTo>
                  <a:lnTo>
                    <a:pt x="6501701" y="769937"/>
                  </a:lnTo>
                  <a:lnTo>
                    <a:pt x="6508775" y="775017"/>
                  </a:lnTo>
                  <a:lnTo>
                    <a:pt x="6517449" y="776287"/>
                  </a:lnTo>
                  <a:lnTo>
                    <a:pt x="6525412" y="773747"/>
                  </a:lnTo>
                  <a:lnTo>
                    <a:pt x="6531940" y="769937"/>
                  </a:lnTo>
                  <a:lnTo>
                    <a:pt x="6536461" y="763587"/>
                  </a:lnTo>
                  <a:lnTo>
                    <a:pt x="6538430" y="754697"/>
                  </a:lnTo>
                  <a:close/>
                </a:path>
                <a:path w="9987915" h="1236345">
                  <a:moveTo>
                    <a:pt x="6616370" y="513397"/>
                  </a:moveTo>
                  <a:lnTo>
                    <a:pt x="6605308" y="463867"/>
                  </a:lnTo>
                  <a:lnTo>
                    <a:pt x="6580657" y="432117"/>
                  </a:lnTo>
                  <a:lnTo>
                    <a:pt x="6545796" y="411797"/>
                  </a:lnTo>
                  <a:lnTo>
                    <a:pt x="6504343" y="406717"/>
                  </a:lnTo>
                  <a:lnTo>
                    <a:pt x="6463919" y="416877"/>
                  </a:lnTo>
                  <a:lnTo>
                    <a:pt x="6431915" y="442277"/>
                  </a:lnTo>
                  <a:lnTo>
                    <a:pt x="6411481" y="476567"/>
                  </a:lnTo>
                  <a:lnTo>
                    <a:pt x="6405816" y="518477"/>
                  </a:lnTo>
                  <a:lnTo>
                    <a:pt x="6413703" y="533717"/>
                  </a:lnTo>
                  <a:lnTo>
                    <a:pt x="6429349" y="540067"/>
                  </a:lnTo>
                  <a:lnTo>
                    <a:pt x="6444361" y="533717"/>
                  </a:lnTo>
                  <a:lnTo>
                    <a:pt x="6450393" y="518477"/>
                  </a:lnTo>
                  <a:lnTo>
                    <a:pt x="6452870" y="494347"/>
                  </a:lnTo>
                  <a:lnTo>
                    <a:pt x="6463690" y="474027"/>
                  </a:lnTo>
                  <a:lnTo>
                    <a:pt x="6481229" y="458787"/>
                  </a:lnTo>
                  <a:lnTo>
                    <a:pt x="6503886" y="451167"/>
                  </a:lnTo>
                  <a:lnTo>
                    <a:pt x="6527000" y="453707"/>
                  </a:lnTo>
                  <a:lnTo>
                    <a:pt x="6547142" y="462597"/>
                  </a:lnTo>
                  <a:lnTo>
                    <a:pt x="6562382" y="479107"/>
                  </a:lnTo>
                  <a:lnTo>
                    <a:pt x="6570764" y="500697"/>
                  </a:lnTo>
                  <a:lnTo>
                    <a:pt x="6570726" y="522287"/>
                  </a:lnTo>
                  <a:lnTo>
                    <a:pt x="6563754" y="542607"/>
                  </a:lnTo>
                  <a:lnTo>
                    <a:pt x="6552400" y="561657"/>
                  </a:lnTo>
                  <a:lnTo>
                    <a:pt x="6522961" y="598487"/>
                  </a:lnTo>
                  <a:lnTo>
                    <a:pt x="6508724" y="620077"/>
                  </a:lnTo>
                  <a:lnTo>
                    <a:pt x="6497993" y="644207"/>
                  </a:lnTo>
                  <a:lnTo>
                    <a:pt x="6492202" y="669607"/>
                  </a:lnTo>
                  <a:lnTo>
                    <a:pt x="6494005" y="678497"/>
                  </a:lnTo>
                  <a:lnTo>
                    <a:pt x="6498780" y="686117"/>
                  </a:lnTo>
                  <a:lnTo>
                    <a:pt x="6505854" y="689927"/>
                  </a:lnTo>
                  <a:lnTo>
                    <a:pt x="6514503" y="692467"/>
                  </a:lnTo>
                  <a:lnTo>
                    <a:pt x="6523088" y="689927"/>
                  </a:lnTo>
                  <a:lnTo>
                    <a:pt x="6530124" y="684847"/>
                  </a:lnTo>
                  <a:lnTo>
                    <a:pt x="6534912" y="678497"/>
                  </a:lnTo>
                  <a:lnTo>
                    <a:pt x="6536791" y="669607"/>
                  </a:lnTo>
                  <a:lnTo>
                    <a:pt x="6541948" y="650557"/>
                  </a:lnTo>
                  <a:lnTo>
                    <a:pt x="6551879" y="634047"/>
                  </a:lnTo>
                  <a:lnTo>
                    <a:pt x="6564211" y="617537"/>
                  </a:lnTo>
                  <a:lnTo>
                    <a:pt x="6576593" y="602297"/>
                  </a:lnTo>
                  <a:lnTo>
                    <a:pt x="6591490" y="581977"/>
                  </a:lnTo>
                  <a:lnTo>
                    <a:pt x="6604114" y="560387"/>
                  </a:lnTo>
                  <a:lnTo>
                    <a:pt x="6612915" y="537527"/>
                  </a:lnTo>
                  <a:lnTo>
                    <a:pt x="6616344" y="513397"/>
                  </a:lnTo>
                  <a:close/>
                </a:path>
                <a:path w="9987915" h="1236345">
                  <a:moveTo>
                    <a:pt x="6811277" y="590867"/>
                  </a:moveTo>
                  <a:lnTo>
                    <a:pt x="6807301" y="542607"/>
                  </a:lnTo>
                  <a:lnTo>
                    <a:pt x="6795897" y="496887"/>
                  </a:lnTo>
                  <a:lnTo>
                    <a:pt x="6777672" y="453707"/>
                  </a:lnTo>
                  <a:lnTo>
                    <a:pt x="6766712" y="436054"/>
                  </a:lnTo>
                  <a:lnTo>
                    <a:pt x="6766712" y="590867"/>
                  </a:lnTo>
                  <a:lnTo>
                    <a:pt x="6762534" y="637857"/>
                  </a:lnTo>
                  <a:lnTo>
                    <a:pt x="6750634" y="681037"/>
                  </a:lnTo>
                  <a:lnTo>
                    <a:pt x="6731698" y="720407"/>
                  </a:lnTo>
                  <a:lnTo>
                    <a:pt x="6706463" y="755967"/>
                  </a:lnTo>
                  <a:lnTo>
                    <a:pt x="6675653" y="786447"/>
                  </a:lnTo>
                  <a:lnTo>
                    <a:pt x="6639979" y="811847"/>
                  </a:lnTo>
                  <a:lnTo>
                    <a:pt x="6600164" y="830897"/>
                  </a:lnTo>
                  <a:lnTo>
                    <a:pt x="6556921" y="842327"/>
                  </a:lnTo>
                  <a:lnTo>
                    <a:pt x="6510972" y="847407"/>
                  </a:lnTo>
                  <a:lnTo>
                    <a:pt x="6465011" y="842327"/>
                  </a:lnTo>
                  <a:lnTo>
                    <a:pt x="6421742" y="830897"/>
                  </a:lnTo>
                  <a:lnTo>
                    <a:pt x="6381902" y="811847"/>
                  </a:lnTo>
                  <a:lnTo>
                    <a:pt x="6346203" y="786447"/>
                  </a:lnTo>
                  <a:lnTo>
                    <a:pt x="6315380" y="755967"/>
                  </a:lnTo>
                  <a:lnTo>
                    <a:pt x="6290157" y="720407"/>
                  </a:lnTo>
                  <a:lnTo>
                    <a:pt x="6271234" y="681037"/>
                  </a:lnTo>
                  <a:lnTo>
                    <a:pt x="6259360" y="637857"/>
                  </a:lnTo>
                  <a:lnTo>
                    <a:pt x="6255232" y="590867"/>
                  </a:lnTo>
                  <a:lnTo>
                    <a:pt x="6259347" y="545147"/>
                  </a:lnTo>
                  <a:lnTo>
                    <a:pt x="6271222" y="501967"/>
                  </a:lnTo>
                  <a:lnTo>
                    <a:pt x="6290145" y="462597"/>
                  </a:lnTo>
                  <a:lnTo>
                    <a:pt x="6315367" y="427037"/>
                  </a:lnTo>
                  <a:lnTo>
                    <a:pt x="6346190" y="395287"/>
                  </a:lnTo>
                  <a:lnTo>
                    <a:pt x="6381877" y="371157"/>
                  </a:lnTo>
                  <a:lnTo>
                    <a:pt x="6421717" y="352107"/>
                  </a:lnTo>
                  <a:lnTo>
                    <a:pt x="6464986" y="339407"/>
                  </a:lnTo>
                  <a:lnTo>
                    <a:pt x="6510947" y="335597"/>
                  </a:lnTo>
                  <a:lnTo>
                    <a:pt x="6556921" y="339407"/>
                  </a:lnTo>
                  <a:lnTo>
                    <a:pt x="6600190" y="352107"/>
                  </a:lnTo>
                  <a:lnTo>
                    <a:pt x="6640030" y="371157"/>
                  </a:lnTo>
                  <a:lnTo>
                    <a:pt x="6675717" y="395287"/>
                  </a:lnTo>
                  <a:lnTo>
                    <a:pt x="6706540" y="427037"/>
                  </a:lnTo>
                  <a:lnTo>
                    <a:pt x="6731775" y="462597"/>
                  </a:lnTo>
                  <a:lnTo>
                    <a:pt x="6750698" y="501967"/>
                  </a:lnTo>
                  <a:lnTo>
                    <a:pt x="6762585" y="545147"/>
                  </a:lnTo>
                  <a:lnTo>
                    <a:pt x="6766712" y="590867"/>
                  </a:lnTo>
                  <a:lnTo>
                    <a:pt x="6766712" y="436054"/>
                  </a:lnTo>
                  <a:lnTo>
                    <a:pt x="6723227" y="378777"/>
                  </a:lnTo>
                  <a:lnTo>
                    <a:pt x="6688252" y="349567"/>
                  </a:lnTo>
                  <a:lnTo>
                    <a:pt x="6648920" y="324167"/>
                  </a:lnTo>
                  <a:lnTo>
                    <a:pt x="6605854" y="306387"/>
                  </a:lnTo>
                  <a:lnTo>
                    <a:pt x="6559664" y="294957"/>
                  </a:lnTo>
                  <a:lnTo>
                    <a:pt x="6510972" y="291147"/>
                  </a:lnTo>
                  <a:lnTo>
                    <a:pt x="6462268" y="294957"/>
                  </a:lnTo>
                  <a:lnTo>
                    <a:pt x="6416053" y="306387"/>
                  </a:lnTo>
                  <a:lnTo>
                    <a:pt x="6372961" y="324167"/>
                  </a:lnTo>
                  <a:lnTo>
                    <a:pt x="6333617" y="349567"/>
                  </a:lnTo>
                  <a:lnTo>
                    <a:pt x="6298616" y="378777"/>
                  </a:lnTo>
                  <a:lnTo>
                    <a:pt x="6268605" y="414337"/>
                  </a:lnTo>
                  <a:lnTo>
                    <a:pt x="6244183" y="453707"/>
                  </a:lnTo>
                  <a:lnTo>
                    <a:pt x="6225959" y="496887"/>
                  </a:lnTo>
                  <a:lnTo>
                    <a:pt x="6214580" y="542607"/>
                  </a:lnTo>
                  <a:lnTo>
                    <a:pt x="6210643" y="590867"/>
                  </a:lnTo>
                  <a:lnTo>
                    <a:pt x="6214580" y="640397"/>
                  </a:lnTo>
                  <a:lnTo>
                    <a:pt x="6225946" y="686117"/>
                  </a:lnTo>
                  <a:lnTo>
                    <a:pt x="6244158" y="729297"/>
                  </a:lnTo>
                  <a:lnTo>
                    <a:pt x="6268580" y="768667"/>
                  </a:lnTo>
                  <a:lnTo>
                    <a:pt x="6298603" y="804227"/>
                  </a:lnTo>
                  <a:lnTo>
                    <a:pt x="6333591" y="833437"/>
                  </a:lnTo>
                  <a:lnTo>
                    <a:pt x="6372936" y="857567"/>
                  </a:lnTo>
                  <a:lnTo>
                    <a:pt x="6416027" y="876617"/>
                  </a:lnTo>
                  <a:lnTo>
                    <a:pt x="6462242" y="888047"/>
                  </a:lnTo>
                  <a:lnTo>
                    <a:pt x="6510947" y="891857"/>
                  </a:lnTo>
                  <a:lnTo>
                    <a:pt x="6559664" y="888047"/>
                  </a:lnTo>
                  <a:lnTo>
                    <a:pt x="6605879" y="876617"/>
                  </a:lnTo>
                  <a:lnTo>
                    <a:pt x="6648958" y="857567"/>
                  </a:lnTo>
                  <a:lnTo>
                    <a:pt x="6688315" y="833437"/>
                  </a:lnTo>
                  <a:lnTo>
                    <a:pt x="6723304" y="804227"/>
                  </a:lnTo>
                  <a:lnTo>
                    <a:pt x="6753326" y="768667"/>
                  </a:lnTo>
                  <a:lnTo>
                    <a:pt x="6777749" y="729297"/>
                  </a:lnTo>
                  <a:lnTo>
                    <a:pt x="6795960" y="686117"/>
                  </a:lnTo>
                  <a:lnTo>
                    <a:pt x="6807352" y="640397"/>
                  </a:lnTo>
                  <a:lnTo>
                    <a:pt x="6811277" y="590867"/>
                  </a:lnTo>
                  <a:close/>
                </a:path>
                <a:path w="9987915" h="1236345">
                  <a:moveTo>
                    <a:pt x="6989673" y="561657"/>
                  </a:moveTo>
                  <a:lnTo>
                    <a:pt x="6985254" y="509587"/>
                  </a:lnTo>
                  <a:lnTo>
                    <a:pt x="6975500" y="460057"/>
                  </a:lnTo>
                  <a:lnTo>
                    <a:pt x="6961594" y="410527"/>
                  </a:lnTo>
                  <a:lnTo>
                    <a:pt x="6948538" y="378752"/>
                  </a:lnTo>
                  <a:lnTo>
                    <a:pt x="6948538" y="584517"/>
                  </a:lnTo>
                  <a:lnTo>
                    <a:pt x="6944614" y="635317"/>
                  </a:lnTo>
                  <a:lnTo>
                    <a:pt x="6934746" y="684847"/>
                  </a:lnTo>
                  <a:lnTo>
                    <a:pt x="6918947" y="734377"/>
                  </a:lnTo>
                  <a:lnTo>
                    <a:pt x="6891058" y="804227"/>
                  </a:lnTo>
                  <a:lnTo>
                    <a:pt x="6872694" y="852487"/>
                  </a:lnTo>
                  <a:lnTo>
                    <a:pt x="6854799" y="900747"/>
                  </a:lnTo>
                  <a:lnTo>
                    <a:pt x="6837769" y="949007"/>
                  </a:lnTo>
                  <a:lnTo>
                    <a:pt x="6824065" y="995997"/>
                  </a:lnTo>
                  <a:lnTo>
                    <a:pt x="6816509" y="1044257"/>
                  </a:lnTo>
                  <a:lnTo>
                    <a:pt x="6815137" y="1093787"/>
                  </a:lnTo>
                  <a:lnTo>
                    <a:pt x="6819951" y="1142047"/>
                  </a:lnTo>
                  <a:lnTo>
                    <a:pt x="6830974" y="1190307"/>
                  </a:lnTo>
                  <a:lnTo>
                    <a:pt x="6385928" y="1190307"/>
                  </a:lnTo>
                  <a:lnTo>
                    <a:pt x="6383007" y="1183957"/>
                  </a:lnTo>
                  <a:lnTo>
                    <a:pt x="6380886" y="1178877"/>
                  </a:lnTo>
                  <a:lnTo>
                    <a:pt x="6379832" y="1176337"/>
                  </a:lnTo>
                  <a:lnTo>
                    <a:pt x="6376403" y="1168717"/>
                  </a:lnTo>
                  <a:lnTo>
                    <a:pt x="6372733" y="1159827"/>
                  </a:lnTo>
                  <a:lnTo>
                    <a:pt x="6381940" y="1153477"/>
                  </a:lnTo>
                  <a:lnTo>
                    <a:pt x="6398527" y="1142047"/>
                  </a:lnTo>
                  <a:lnTo>
                    <a:pt x="6421158" y="1120457"/>
                  </a:lnTo>
                  <a:lnTo>
                    <a:pt x="6440271" y="1096327"/>
                  </a:lnTo>
                  <a:lnTo>
                    <a:pt x="6455473" y="1068387"/>
                  </a:lnTo>
                  <a:lnTo>
                    <a:pt x="6456108" y="1050607"/>
                  </a:lnTo>
                  <a:lnTo>
                    <a:pt x="6445110" y="1037907"/>
                  </a:lnTo>
                  <a:lnTo>
                    <a:pt x="6429667" y="1035367"/>
                  </a:lnTo>
                  <a:lnTo>
                    <a:pt x="6416980" y="1046797"/>
                  </a:lnTo>
                  <a:lnTo>
                    <a:pt x="6391884" y="1086167"/>
                  </a:lnTo>
                  <a:lnTo>
                    <a:pt x="6358509" y="1116647"/>
                  </a:lnTo>
                  <a:lnTo>
                    <a:pt x="6318910" y="1136967"/>
                  </a:lnTo>
                  <a:lnTo>
                    <a:pt x="6275108" y="1149667"/>
                  </a:lnTo>
                  <a:lnTo>
                    <a:pt x="6229134" y="1153477"/>
                  </a:lnTo>
                  <a:lnTo>
                    <a:pt x="6183033" y="1149667"/>
                  </a:lnTo>
                  <a:lnTo>
                    <a:pt x="6131204" y="1134427"/>
                  </a:lnTo>
                  <a:lnTo>
                    <a:pt x="6107620" y="1091247"/>
                  </a:lnTo>
                  <a:lnTo>
                    <a:pt x="6106680" y="1073467"/>
                  </a:lnTo>
                  <a:lnTo>
                    <a:pt x="6106795" y="1056957"/>
                  </a:lnTo>
                  <a:lnTo>
                    <a:pt x="6105766" y="1021397"/>
                  </a:lnTo>
                  <a:lnTo>
                    <a:pt x="6099111" y="987107"/>
                  </a:lnTo>
                  <a:lnTo>
                    <a:pt x="6087008" y="952817"/>
                  </a:lnTo>
                  <a:lnTo>
                    <a:pt x="6069635" y="922337"/>
                  </a:lnTo>
                  <a:lnTo>
                    <a:pt x="6132195" y="922337"/>
                  </a:lnTo>
                  <a:lnTo>
                    <a:pt x="6155372" y="898207"/>
                  </a:lnTo>
                  <a:lnTo>
                    <a:pt x="6153607" y="891857"/>
                  </a:lnTo>
                  <a:lnTo>
                    <a:pt x="6149949" y="888047"/>
                  </a:lnTo>
                  <a:lnTo>
                    <a:pt x="6145225" y="882967"/>
                  </a:lnTo>
                  <a:lnTo>
                    <a:pt x="6138926" y="881697"/>
                  </a:lnTo>
                  <a:lnTo>
                    <a:pt x="6060770" y="881697"/>
                  </a:lnTo>
                  <a:lnTo>
                    <a:pt x="6057976" y="879157"/>
                  </a:lnTo>
                  <a:lnTo>
                    <a:pt x="6055919" y="876617"/>
                  </a:lnTo>
                  <a:lnTo>
                    <a:pt x="6055017" y="872807"/>
                  </a:lnTo>
                  <a:lnTo>
                    <a:pt x="6055461" y="870267"/>
                  </a:lnTo>
                  <a:lnTo>
                    <a:pt x="6052820" y="848677"/>
                  </a:lnTo>
                  <a:lnTo>
                    <a:pt x="6044704" y="829627"/>
                  </a:lnTo>
                  <a:lnTo>
                    <a:pt x="6031712" y="811847"/>
                  </a:lnTo>
                  <a:lnTo>
                    <a:pt x="6014440" y="799147"/>
                  </a:lnTo>
                  <a:lnTo>
                    <a:pt x="6003391" y="791527"/>
                  </a:lnTo>
                  <a:lnTo>
                    <a:pt x="5997968" y="781367"/>
                  </a:lnTo>
                  <a:lnTo>
                    <a:pt x="6011545" y="744537"/>
                  </a:lnTo>
                  <a:lnTo>
                    <a:pt x="6021197" y="731837"/>
                  </a:lnTo>
                  <a:lnTo>
                    <a:pt x="6050775" y="687387"/>
                  </a:lnTo>
                  <a:lnTo>
                    <a:pt x="6072441" y="639127"/>
                  </a:lnTo>
                  <a:lnTo>
                    <a:pt x="6085814" y="588327"/>
                  </a:lnTo>
                  <a:lnTo>
                    <a:pt x="6090513" y="534987"/>
                  </a:lnTo>
                  <a:lnTo>
                    <a:pt x="6091923" y="504507"/>
                  </a:lnTo>
                  <a:lnTo>
                    <a:pt x="6094869" y="474027"/>
                  </a:lnTo>
                  <a:lnTo>
                    <a:pt x="6105385" y="414337"/>
                  </a:lnTo>
                  <a:lnTo>
                    <a:pt x="6120320" y="366077"/>
                  </a:lnTo>
                  <a:lnTo>
                    <a:pt x="6143269" y="321627"/>
                  </a:lnTo>
                  <a:lnTo>
                    <a:pt x="6173495" y="282257"/>
                  </a:lnTo>
                  <a:lnTo>
                    <a:pt x="6210300" y="249237"/>
                  </a:lnTo>
                  <a:lnTo>
                    <a:pt x="6252972" y="221297"/>
                  </a:lnTo>
                  <a:lnTo>
                    <a:pt x="6298514" y="198437"/>
                  </a:lnTo>
                  <a:lnTo>
                    <a:pt x="6345707" y="180657"/>
                  </a:lnTo>
                  <a:lnTo>
                    <a:pt x="6394221" y="166687"/>
                  </a:lnTo>
                  <a:lnTo>
                    <a:pt x="6443777" y="156527"/>
                  </a:lnTo>
                  <a:lnTo>
                    <a:pt x="6494043" y="151447"/>
                  </a:lnTo>
                  <a:lnTo>
                    <a:pt x="6544729" y="150177"/>
                  </a:lnTo>
                  <a:lnTo>
                    <a:pt x="6595516" y="153987"/>
                  </a:lnTo>
                  <a:lnTo>
                    <a:pt x="6641643" y="162877"/>
                  </a:lnTo>
                  <a:lnTo>
                    <a:pt x="6685597" y="176847"/>
                  </a:lnTo>
                  <a:lnTo>
                    <a:pt x="6727101" y="195897"/>
                  </a:lnTo>
                  <a:lnTo>
                    <a:pt x="6765899" y="218757"/>
                  </a:lnTo>
                  <a:lnTo>
                    <a:pt x="6801701" y="246697"/>
                  </a:lnTo>
                  <a:lnTo>
                    <a:pt x="6834238" y="277177"/>
                  </a:lnTo>
                  <a:lnTo>
                    <a:pt x="6863232" y="311467"/>
                  </a:lnTo>
                  <a:lnTo>
                    <a:pt x="6888416" y="349567"/>
                  </a:lnTo>
                  <a:lnTo>
                    <a:pt x="6909524" y="391477"/>
                  </a:lnTo>
                  <a:lnTo>
                    <a:pt x="6926250" y="435927"/>
                  </a:lnTo>
                  <a:lnTo>
                    <a:pt x="6938353" y="482917"/>
                  </a:lnTo>
                  <a:lnTo>
                    <a:pt x="6946468" y="532447"/>
                  </a:lnTo>
                  <a:lnTo>
                    <a:pt x="6948538" y="584517"/>
                  </a:lnTo>
                  <a:lnTo>
                    <a:pt x="6948538" y="378752"/>
                  </a:lnTo>
                  <a:lnTo>
                    <a:pt x="6917868" y="320357"/>
                  </a:lnTo>
                  <a:lnTo>
                    <a:pt x="6888581" y="278447"/>
                  </a:lnTo>
                  <a:lnTo>
                    <a:pt x="6854711" y="240347"/>
                  </a:lnTo>
                  <a:lnTo>
                    <a:pt x="6816496" y="207327"/>
                  </a:lnTo>
                  <a:lnTo>
                    <a:pt x="6773646" y="176847"/>
                  </a:lnTo>
                  <a:lnTo>
                    <a:pt x="6727990" y="152717"/>
                  </a:lnTo>
                  <a:lnTo>
                    <a:pt x="6680009" y="133667"/>
                  </a:lnTo>
                  <a:lnTo>
                    <a:pt x="6630149" y="119697"/>
                  </a:lnTo>
                  <a:lnTo>
                    <a:pt x="6578905" y="110807"/>
                  </a:lnTo>
                  <a:lnTo>
                    <a:pt x="6526720" y="108267"/>
                  </a:lnTo>
                  <a:lnTo>
                    <a:pt x="6475069" y="112077"/>
                  </a:lnTo>
                  <a:lnTo>
                    <a:pt x="6423914" y="119697"/>
                  </a:lnTo>
                  <a:lnTo>
                    <a:pt x="6373444" y="131127"/>
                  </a:lnTo>
                  <a:lnTo>
                    <a:pt x="6323863" y="146367"/>
                  </a:lnTo>
                  <a:lnTo>
                    <a:pt x="6275324" y="164147"/>
                  </a:lnTo>
                  <a:lnTo>
                    <a:pt x="6228410" y="188277"/>
                  </a:lnTo>
                  <a:lnTo>
                    <a:pt x="6186906" y="216217"/>
                  </a:lnTo>
                  <a:lnTo>
                    <a:pt x="6150813" y="247967"/>
                  </a:lnTo>
                  <a:lnTo>
                    <a:pt x="6120155" y="284797"/>
                  </a:lnTo>
                  <a:lnTo>
                    <a:pt x="6094971" y="325437"/>
                  </a:lnTo>
                  <a:lnTo>
                    <a:pt x="6075273" y="371157"/>
                  </a:lnTo>
                  <a:lnTo>
                    <a:pt x="6061075" y="420687"/>
                  </a:lnTo>
                  <a:lnTo>
                    <a:pt x="6052413" y="474027"/>
                  </a:lnTo>
                  <a:lnTo>
                    <a:pt x="6047397" y="541337"/>
                  </a:lnTo>
                  <a:lnTo>
                    <a:pt x="6046013" y="559117"/>
                  </a:lnTo>
                  <a:lnTo>
                    <a:pt x="6035205" y="623887"/>
                  </a:lnTo>
                  <a:lnTo>
                    <a:pt x="6011265" y="675957"/>
                  </a:lnTo>
                  <a:lnTo>
                    <a:pt x="5985294" y="710247"/>
                  </a:lnTo>
                  <a:lnTo>
                    <a:pt x="5977140" y="721677"/>
                  </a:lnTo>
                  <a:lnTo>
                    <a:pt x="5969787" y="734377"/>
                  </a:lnTo>
                  <a:lnTo>
                    <a:pt x="5963285" y="747077"/>
                  </a:lnTo>
                  <a:lnTo>
                    <a:pt x="5956135" y="771207"/>
                  </a:lnTo>
                  <a:lnTo>
                    <a:pt x="5958560" y="795337"/>
                  </a:lnTo>
                  <a:lnTo>
                    <a:pt x="5969749" y="815657"/>
                  </a:lnTo>
                  <a:lnTo>
                    <a:pt x="5988850" y="832167"/>
                  </a:lnTo>
                  <a:lnTo>
                    <a:pt x="5989498" y="832167"/>
                  </a:lnTo>
                  <a:lnTo>
                    <a:pt x="6000788" y="841057"/>
                  </a:lnTo>
                  <a:lnTo>
                    <a:pt x="6009068" y="851217"/>
                  </a:lnTo>
                  <a:lnTo>
                    <a:pt x="6013932" y="863917"/>
                  </a:lnTo>
                  <a:lnTo>
                    <a:pt x="6014847" y="876617"/>
                  </a:lnTo>
                  <a:lnTo>
                    <a:pt x="6014859" y="881697"/>
                  </a:lnTo>
                  <a:lnTo>
                    <a:pt x="6014771" y="885507"/>
                  </a:lnTo>
                  <a:lnTo>
                    <a:pt x="6016790" y="893127"/>
                  </a:lnTo>
                  <a:lnTo>
                    <a:pt x="6020765" y="900747"/>
                  </a:lnTo>
                  <a:lnTo>
                    <a:pt x="6020549" y="902017"/>
                  </a:lnTo>
                  <a:lnTo>
                    <a:pt x="6020460" y="924877"/>
                  </a:lnTo>
                  <a:lnTo>
                    <a:pt x="6021514" y="928687"/>
                  </a:lnTo>
                  <a:lnTo>
                    <a:pt x="6023508" y="932497"/>
                  </a:lnTo>
                  <a:lnTo>
                    <a:pt x="6025235" y="933767"/>
                  </a:lnTo>
                  <a:lnTo>
                    <a:pt x="6026112" y="935037"/>
                  </a:lnTo>
                  <a:lnTo>
                    <a:pt x="6026823" y="937577"/>
                  </a:lnTo>
                  <a:lnTo>
                    <a:pt x="6027966" y="940117"/>
                  </a:lnTo>
                  <a:lnTo>
                    <a:pt x="6029503" y="942657"/>
                  </a:lnTo>
                  <a:lnTo>
                    <a:pt x="6041682" y="960437"/>
                  </a:lnTo>
                  <a:lnTo>
                    <a:pt x="6051169" y="980757"/>
                  </a:lnTo>
                  <a:lnTo>
                    <a:pt x="6057874" y="1001077"/>
                  </a:lnTo>
                  <a:lnTo>
                    <a:pt x="6061659" y="1023937"/>
                  </a:lnTo>
                  <a:lnTo>
                    <a:pt x="6062510" y="1044257"/>
                  </a:lnTo>
                  <a:lnTo>
                    <a:pt x="6062484" y="1068387"/>
                  </a:lnTo>
                  <a:lnTo>
                    <a:pt x="6062840" y="1086167"/>
                  </a:lnTo>
                  <a:lnTo>
                    <a:pt x="6070168" y="1125537"/>
                  </a:lnTo>
                  <a:lnTo>
                    <a:pt x="6090678" y="1158557"/>
                  </a:lnTo>
                  <a:lnTo>
                    <a:pt x="6124359" y="1180147"/>
                  </a:lnTo>
                  <a:lnTo>
                    <a:pt x="6163894" y="1191577"/>
                  </a:lnTo>
                  <a:lnTo>
                    <a:pt x="6222593" y="1197927"/>
                  </a:lnTo>
                  <a:lnTo>
                    <a:pt x="6260731" y="1195387"/>
                  </a:lnTo>
                  <a:lnTo>
                    <a:pt x="6298349" y="1189037"/>
                  </a:lnTo>
                  <a:lnTo>
                    <a:pt x="6335014" y="1178877"/>
                  </a:lnTo>
                  <a:lnTo>
                    <a:pt x="6336500" y="1182687"/>
                  </a:lnTo>
                  <a:lnTo>
                    <a:pt x="6337655" y="1185227"/>
                  </a:lnTo>
                  <a:lnTo>
                    <a:pt x="6341237" y="1196657"/>
                  </a:lnTo>
                  <a:lnTo>
                    <a:pt x="6345949" y="1206817"/>
                  </a:lnTo>
                  <a:lnTo>
                    <a:pt x="6351765" y="1216977"/>
                  </a:lnTo>
                  <a:lnTo>
                    <a:pt x="6358623" y="1227137"/>
                  </a:lnTo>
                  <a:lnTo>
                    <a:pt x="6367716" y="1232217"/>
                  </a:lnTo>
                  <a:lnTo>
                    <a:pt x="6377711" y="1236027"/>
                  </a:lnTo>
                  <a:lnTo>
                    <a:pt x="6388189" y="1236027"/>
                  </a:lnTo>
                  <a:lnTo>
                    <a:pt x="6398742" y="1234757"/>
                  </a:lnTo>
                  <a:lnTo>
                    <a:pt x="6858292" y="1234757"/>
                  </a:lnTo>
                  <a:lnTo>
                    <a:pt x="6861657" y="1232217"/>
                  </a:lnTo>
                  <a:lnTo>
                    <a:pt x="6865836" y="1232217"/>
                  </a:lnTo>
                  <a:lnTo>
                    <a:pt x="6867817" y="1230947"/>
                  </a:lnTo>
                  <a:lnTo>
                    <a:pt x="6874650" y="1227137"/>
                  </a:lnTo>
                  <a:lnTo>
                    <a:pt x="6879196" y="1220787"/>
                  </a:lnTo>
                  <a:lnTo>
                    <a:pt x="6881101" y="1213167"/>
                  </a:lnTo>
                  <a:lnTo>
                    <a:pt x="6879945" y="1205547"/>
                  </a:lnTo>
                  <a:lnTo>
                    <a:pt x="6879717" y="1204277"/>
                  </a:lnTo>
                  <a:lnTo>
                    <a:pt x="6879476" y="1204277"/>
                  </a:lnTo>
                  <a:lnTo>
                    <a:pt x="6879183" y="1203007"/>
                  </a:lnTo>
                  <a:lnTo>
                    <a:pt x="6877494" y="1196657"/>
                  </a:lnTo>
                  <a:lnTo>
                    <a:pt x="6875691" y="1191577"/>
                  </a:lnTo>
                  <a:lnTo>
                    <a:pt x="6875348" y="1190307"/>
                  </a:lnTo>
                  <a:lnTo>
                    <a:pt x="6873938" y="1185227"/>
                  </a:lnTo>
                  <a:lnTo>
                    <a:pt x="6869836" y="1171257"/>
                  </a:lnTo>
                  <a:lnTo>
                    <a:pt x="6866166" y="1157287"/>
                  </a:lnTo>
                  <a:lnTo>
                    <a:pt x="6862940" y="1143317"/>
                  </a:lnTo>
                  <a:lnTo>
                    <a:pt x="6860159" y="1129347"/>
                  </a:lnTo>
                  <a:lnTo>
                    <a:pt x="6856311" y="1082357"/>
                  </a:lnTo>
                  <a:lnTo>
                    <a:pt x="6859816" y="1032827"/>
                  </a:lnTo>
                  <a:lnTo>
                    <a:pt x="6870789" y="979487"/>
                  </a:lnTo>
                  <a:lnTo>
                    <a:pt x="6889356" y="922337"/>
                  </a:lnTo>
                  <a:lnTo>
                    <a:pt x="6904088" y="884237"/>
                  </a:lnTo>
                  <a:lnTo>
                    <a:pt x="6919188" y="846137"/>
                  </a:lnTo>
                  <a:lnTo>
                    <a:pt x="6934441" y="808037"/>
                  </a:lnTo>
                  <a:lnTo>
                    <a:pt x="6954799" y="758507"/>
                  </a:lnTo>
                  <a:lnTo>
                    <a:pt x="6971360" y="710247"/>
                  </a:lnTo>
                  <a:lnTo>
                    <a:pt x="6982714" y="660717"/>
                  </a:lnTo>
                  <a:lnTo>
                    <a:pt x="6988835" y="611187"/>
                  </a:lnTo>
                  <a:lnTo>
                    <a:pt x="6989673" y="561657"/>
                  </a:lnTo>
                  <a:close/>
                </a:path>
                <a:path w="9987915" h="1236345">
                  <a:moveTo>
                    <a:pt x="9195575" y="606272"/>
                  </a:moveTo>
                  <a:lnTo>
                    <a:pt x="9186634" y="563092"/>
                  </a:lnTo>
                  <a:lnTo>
                    <a:pt x="9170162" y="538962"/>
                  </a:lnTo>
                  <a:lnTo>
                    <a:pt x="9162364" y="527532"/>
                  </a:lnTo>
                  <a:lnTo>
                    <a:pt x="9149969" y="519214"/>
                  </a:lnTo>
                  <a:lnTo>
                    <a:pt x="9149969" y="607542"/>
                  </a:lnTo>
                  <a:lnTo>
                    <a:pt x="9144343" y="634212"/>
                  </a:lnTo>
                  <a:lnTo>
                    <a:pt x="9129585" y="655802"/>
                  </a:lnTo>
                  <a:lnTo>
                    <a:pt x="9107907" y="669772"/>
                  </a:lnTo>
                  <a:lnTo>
                    <a:pt x="9081503" y="674852"/>
                  </a:lnTo>
                  <a:lnTo>
                    <a:pt x="9055252" y="668502"/>
                  </a:lnTo>
                  <a:lnTo>
                    <a:pt x="9033929" y="654532"/>
                  </a:lnTo>
                  <a:lnTo>
                    <a:pt x="9019667" y="632942"/>
                  </a:lnTo>
                  <a:lnTo>
                    <a:pt x="9014612" y="606272"/>
                  </a:lnTo>
                  <a:lnTo>
                    <a:pt x="9020035" y="579602"/>
                  </a:lnTo>
                  <a:lnTo>
                    <a:pt x="9034564" y="559282"/>
                  </a:lnTo>
                  <a:lnTo>
                    <a:pt x="9056040" y="544042"/>
                  </a:lnTo>
                  <a:lnTo>
                    <a:pt x="9082253" y="538962"/>
                  </a:lnTo>
                  <a:lnTo>
                    <a:pt x="9083078" y="538962"/>
                  </a:lnTo>
                  <a:lnTo>
                    <a:pt x="9109354" y="545312"/>
                  </a:lnTo>
                  <a:lnTo>
                    <a:pt x="9130703" y="559282"/>
                  </a:lnTo>
                  <a:lnTo>
                    <a:pt x="9144952" y="580872"/>
                  </a:lnTo>
                  <a:lnTo>
                    <a:pt x="9149969" y="607542"/>
                  </a:lnTo>
                  <a:lnTo>
                    <a:pt x="9149969" y="519214"/>
                  </a:lnTo>
                  <a:lnTo>
                    <a:pt x="9126410" y="503402"/>
                  </a:lnTo>
                  <a:lnTo>
                    <a:pt x="9082418" y="494512"/>
                  </a:lnTo>
                  <a:lnTo>
                    <a:pt x="9038438" y="503402"/>
                  </a:lnTo>
                  <a:lnTo>
                    <a:pt x="9002547" y="527532"/>
                  </a:lnTo>
                  <a:lnTo>
                    <a:pt x="8978379" y="563092"/>
                  </a:lnTo>
                  <a:lnTo>
                    <a:pt x="8969565" y="607542"/>
                  </a:lnTo>
                  <a:lnTo>
                    <a:pt x="8978697" y="650722"/>
                  </a:lnTo>
                  <a:lnTo>
                    <a:pt x="9003005" y="687552"/>
                  </a:lnTo>
                  <a:lnTo>
                    <a:pt x="9038882" y="711682"/>
                  </a:lnTo>
                  <a:lnTo>
                    <a:pt x="9082722" y="719302"/>
                  </a:lnTo>
                  <a:lnTo>
                    <a:pt x="9126690" y="710412"/>
                  </a:lnTo>
                  <a:lnTo>
                    <a:pt x="9162580" y="686282"/>
                  </a:lnTo>
                  <a:lnTo>
                    <a:pt x="9170352" y="674852"/>
                  </a:lnTo>
                  <a:lnTo>
                    <a:pt x="9186748" y="650722"/>
                  </a:lnTo>
                  <a:lnTo>
                    <a:pt x="9195575" y="606272"/>
                  </a:lnTo>
                  <a:close/>
                </a:path>
                <a:path w="9987915" h="1236345">
                  <a:moveTo>
                    <a:pt x="9248597" y="396722"/>
                  </a:moveTo>
                  <a:lnTo>
                    <a:pt x="9246883" y="387832"/>
                  </a:lnTo>
                  <a:lnTo>
                    <a:pt x="9242095" y="380212"/>
                  </a:lnTo>
                  <a:lnTo>
                    <a:pt x="9234983" y="376402"/>
                  </a:lnTo>
                  <a:lnTo>
                    <a:pt x="9226245" y="373862"/>
                  </a:lnTo>
                  <a:lnTo>
                    <a:pt x="9156484" y="373862"/>
                  </a:lnTo>
                  <a:lnTo>
                    <a:pt x="9147962" y="376402"/>
                  </a:lnTo>
                  <a:lnTo>
                    <a:pt x="9141092" y="381482"/>
                  </a:lnTo>
                  <a:lnTo>
                    <a:pt x="9136583" y="387832"/>
                  </a:lnTo>
                  <a:lnTo>
                    <a:pt x="9135123" y="396722"/>
                  </a:lnTo>
                  <a:lnTo>
                    <a:pt x="9135123" y="397992"/>
                  </a:lnTo>
                  <a:lnTo>
                    <a:pt x="9137282" y="406882"/>
                  </a:lnTo>
                  <a:lnTo>
                    <a:pt x="9142336" y="413232"/>
                  </a:lnTo>
                  <a:lnTo>
                    <a:pt x="9149575" y="417042"/>
                  </a:lnTo>
                  <a:lnTo>
                    <a:pt x="9158237" y="419582"/>
                  </a:lnTo>
                  <a:lnTo>
                    <a:pt x="9226017" y="419582"/>
                  </a:lnTo>
                  <a:lnTo>
                    <a:pt x="9234780" y="417042"/>
                  </a:lnTo>
                  <a:lnTo>
                    <a:pt x="9241942" y="411962"/>
                  </a:lnTo>
                  <a:lnTo>
                    <a:pt x="9246794" y="405612"/>
                  </a:lnTo>
                  <a:lnTo>
                    <a:pt x="9248597" y="396722"/>
                  </a:lnTo>
                  <a:close/>
                </a:path>
                <a:path w="9987915" h="1236345">
                  <a:moveTo>
                    <a:pt x="9309316" y="251942"/>
                  </a:moveTo>
                  <a:lnTo>
                    <a:pt x="9277401" y="212420"/>
                  </a:lnTo>
                  <a:lnTo>
                    <a:pt x="9244749" y="182880"/>
                  </a:lnTo>
                  <a:lnTo>
                    <a:pt x="9236558" y="181483"/>
                  </a:lnTo>
                  <a:lnTo>
                    <a:pt x="9228442" y="183210"/>
                  </a:lnTo>
                  <a:lnTo>
                    <a:pt x="9221330" y="188023"/>
                  </a:lnTo>
                  <a:lnTo>
                    <a:pt x="9216326" y="194818"/>
                  </a:lnTo>
                  <a:lnTo>
                    <a:pt x="9214307" y="202704"/>
                  </a:lnTo>
                  <a:lnTo>
                    <a:pt x="9215361" y="210794"/>
                  </a:lnTo>
                  <a:lnTo>
                    <a:pt x="9245105" y="244322"/>
                  </a:lnTo>
                  <a:lnTo>
                    <a:pt x="9276524" y="273532"/>
                  </a:lnTo>
                  <a:lnTo>
                    <a:pt x="9282506" y="275285"/>
                  </a:lnTo>
                  <a:lnTo>
                    <a:pt x="9288729" y="275120"/>
                  </a:lnTo>
                  <a:lnTo>
                    <a:pt x="9309316" y="251942"/>
                  </a:lnTo>
                  <a:close/>
                </a:path>
                <a:path w="9987915" h="1236345">
                  <a:moveTo>
                    <a:pt x="9466491" y="183769"/>
                  </a:moveTo>
                  <a:lnTo>
                    <a:pt x="9466415" y="124510"/>
                  </a:lnTo>
                  <a:lnTo>
                    <a:pt x="9443987" y="102095"/>
                  </a:lnTo>
                  <a:lnTo>
                    <a:pt x="9435249" y="103860"/>
                  </a:lnTo>
                  <a:lnTo>
                    <a:pt x="9428124" y="108661"/>
                  </a:lnTo>
                  <a:lnTo>
                    <a:pt x="9423311" y="115785"/>
                  </a:lnTo>
                  <a:lnTo>
                    <a:pt x="9421546" y="124510"/>
                  </a:lnTo>
                  <a:lnTo>
                    <a:pt x="9421546" y="158381"/>
                  </a:lnTo>
                  <a:lnTo>
                    <a:pt x="9421470" y="192239"/>
                  </a:lnTo>
                  <a:lnTo>
                    <a:pt x="9443618" y="215074"/>
                  </a:lnTo>
                  <a:lnTo>
                    <a:pt x="9452394" y="213436"/>
                  </a:lnTo>
                  <a:lnTo>
                    <a:pt x="9459608" y="208724"/>
                  </a:lnTo>
                  <a:lnTo>
                    <a:pt x="9464523" y="201650"/>
                  </a:lnTo>
                  <a:lnTo>
                    <a:pt x="9466415" y="192925"/>
                  </a:lnTo>
                  <a:lnTo>
                    <a:pt x="9466491" y="183769"/>
                  </a:lnTo>
                  <a:close/>
                </a:path>
                <a:path w="9987915" h="1236345">
                  <a:moveTo>
                    <a:pt x="9579470" y="428472"/>
                  </a:moveTo>
                  <a:lnTo>
                    <a:pt x="9573235" y="385292"/>
                  </a:lnTo>
                  <a:lnTo>
                    <a:pt x="9554578" y="348462"/>
                  </a:lnTo>
                  <a:lnTo>
                    <a:pt x="9542539" y="335762"/>
                  </a:lnTo>
                  <a:lnTo>
                    <a:pt x="9534500" y="327279"/>
                  </a:lnTo>
                  <a:lnTo>
                    <a:pt x="9534500" y="428472"/>
                  </a:lnTo>
                  <a:lnTo>
                    <a:pt x="9526575" y="464032"/>
                  </a:lnTo>
                  <a:lnTo>
                    <a:pt x="9506547" y="491972"/>
                  </a:lnTo>
                  <a:lnTo>
                    <a:pt x="9477375" y="509752"/>
                  </a:lnTo>
                  <a:lnTo>
                    <a:pt x="9442056" y="516102"/>
                  </a:lnTo>
                  <a:lnTo>
                    <a:pt x="9407588" y="508482"/>
                  </a:lnTo>
                  <a:lnTo>
                    <a:pt x="9379572" y="489432"/>
                  </a:lnTo>
                  <a:lnTo>
                    <a:pt x="9360738" y="461492"/>
                  </a:lnTo>
                  <a:lnTo>
                    <a:pt x="9353842" y="425932"/>
                  </a:lnTo>
                  <a:lnTo>
                    <a:pt x="9360878" y="391642"/>
                  </a:lnTo>
                  <a:lnTo>
                    <a:pt x="9408833" y="343382"/>
                  </a:lnTo>
                  <a:lnTo>
                    <a:pt x="9446298" y="335762"/>
                  </a:lnTo>
                  <a:lnTo>
                    <a:pt x="9509557" y="363702"/>
                  </a:lnTo>
                  <a:lnTo>
                    <a:pt x="9534500" y="428472"/>
                  </a:lnTo>
                  <a:lnTo>
                    <a:pt x="9534500" y="327279"/>
                  </a:lnTo>
                  <a:lnTo>
                    <a:pt x="9525698" y="317982"/>
                  </a:lnTo>
                  <a:lnTo>
                    <a:pt x="9488792" y="298932"/>
                  </a:lnTo>
                  <a:lnTo>
                    <a:pt x="9446069" y="291312"/>
                  </a:lnTo>
                  <a:lnTo>
                    <a:pt x="9403118" y="297662"/>
                  </a:lnTo>
                  <a:lnTo>
                    <a:pt x="9365615" y="315442"/>
                  </a:lnTo>
                  <a:lnTo>
                    <a:pt x="9335808" y="344652"/>
                  </a:lnTo>
                  <a:lnTo>
                    <a:pt x="9315996" y="381482"/>
                  </a:lnTo>
                  <a:lnTo>
                    <a:pt x="9308414" y="424662"/>
                  </a:lnTo>
                  <a:lnTo>
                    <a:pt x="9308401" y="425932"/>
                  </a:lnTo>
                  <a:lnTo>
                    <a:pt x="9315463" y="467842"/>
                  </a:lnTo>
                  <a:lnTo>
                    <a:pt x="9334424" y="504672"/>
                  </a:lnTo>
                  <a:lnTo>
                    <a:pt x="9363202" y="533882"/>
                  </a:lnTo>
                  <a:lnTo>
                    <a:pt x="9399689" y="554202"/>
                  </a:lnTo>
                  <a:lnTo>
                    <a:pt x="9441815" y="561822"/>
                  </a:lnTo>
                  <a:lnTo>
                    <a:pt x="9484766" y="555472"/>
                  </a:lnTo>
                  <a:lnTo>
                    <a:pt x="9522269" y="536422"/>
                  </a:lnTo>
                  <a:lnTo>
                    <a:pt x="9543936" y="516102"/>
                  </a:lnTo>
                  <a:lnTo>
                    <a:pt x="9552064" y="508482"/>
                  </a:lnTo>
                  <a:lnTo>
                    <a:pt x="9571888" y="471652"/>
                  </a:lnTo>
                  <a:lnTo>
                    <a:pt x="9579470" y="428472"/>
                  </a:lnTo>
                  <a:close/>
                </a:path>
                <a:path w="9987915" h="1236345">
                  <a:moveTo>
                    <a:pt x="9673565" y="203530"/>
                  </a:moveTo>
                  <a:lnTo>
                    <a:pt x="9671837" y="195122"/>
                  </a:lnTo>
                  <a:lnTo>
                    <a:pt x="9666834" y="187756"/>
                  </a:lnTo>
                  <a:lnTo>
                    <a:pt x="9659366" y="182905"/>
                  </a:lnTo>
                  <a:lnTo>
                    <a:pt x="9650908" y="181343"/>
                  </a:lnTo>
                  <a:lnTo>
                    <a:pt x="9642475" y="183070"/>
                  </a:lnTo>
                  <a:lnTo>
                    <a:pt x="9635109" y="188061"/>
                  </a:lnTo>
                  <a:lnTo>
                    <a:pt x="9630321" y="192532"/>
                  </a:lnTo>
                  <a:lnTo>
                    <a:pt x="9625762" y="197256"/>
                  </a:lnTo>
                  <a:lnTo>
                    <a:pt x="9603499" y="219443"/>
                  </a:lnTo>
                  <a:lnTo>
                    <a:pt x="9579851" y="255485"/>
                  </a:lnTo>
                  <a:lnTo>
                    <a:pt x="9581934" y="262026"/>
                  </a:lnTo>
                  <a:lnTo>
                    <a:pt x="9586011" y="268020"/>
                  </a:lnTo>
                  <a:lnTo>
                    <a:pt x="9591611" y="272364"/>
                  </a:lnTo>
                  <a:lnTo>
                    <a:pt x="9598254" y="274828"/>
                  </a:lnTo>
                  <a:lnTo>
                    <a:pt x="9605505" y="275132"/>
                  </a:lnTo>
                  <a:lnTo>
                    <a:pt x="9609874" y="273685"/>
                  </a:lnTo>
                  <a:lnTo>
                    <a:pt x="9642640" y="244335"/>
                  </a:lnTo>
                  <a:lnTo>
                    <a:pt x="9672002" y="211988"/>
                  </a:lnTo>
                  <a:lnTo>
                    <a:pt x="9673565" y="203530"/>
                  </a:lnTo>
                  <a:close/>
                </a:path>
                <a:path w="9987915" h="1236345">
                  <a:moveTo>
                    <a:pt x="9752800" y="395452"/>
                  </a:moveTo>
                  <a:lnTo>
                    <a:pt x="9750615" y="386562"/>
                  </a:lnTo>
                  <a:lnTo>
                    <a:pt x="9745472" y="380212"/>
                  </a:lnTo>
                  <a:lnTo>
                    <a:pt x="9738093" y="375132"/>
                  </a:lnTo>
                  <a:lnTo>
                    <a:pt x="9729254" y="373862"/>
                  </a:lnTo>
                  <a:lnTo>
                    <a:pt x="9662008" y="373862"/>
                  </a:lnTo>
                  <a:lnTo>
                    <a:pt x="9653257" y="375132"/>
                  </a:lnTo>
                  <a:lnTo>
                    <a:pt x="9646056" y="380212"/>
                  </a:lnTo>
                  <a:lnTo>
                    <a:pt x="9641129" y="387832"/>
                  </a:lnTo>
                  <a:lnTo>
                    <a:pt x="9639236" y="396722"/>
                  </a:lnTo>
                  <a:lnTo>
                    <a:pt x="9641040" y="405612"/>
                  </a:lnTo>
                  <a:lnTo>
                    <a:pt x="9645929" y="411962"/>
                  </a:lnTo>
                  <a:lnTo>
                    <a:pt x="9653156" y="417042"/>
                  </a:lnTo>
                  <a:lnTo>
                    <a:pt x="9661995" y="419582"/>
                  </a:lnTo>
                  <a:lnTo>
                    <a:pt x="9731350" y="419582"/>
                  </a:lnTo>
                  <a:lnTo>
                    <a:pt x="9740024" y="417042"/>
                  </a:lnTo>
                  <a:lnTo>
                    <a:pt x="9746945" y="411962"/>
                  </a:lnTo>
                  <a:lnTo>
                    <a:pt x="9751441" y="404342"/>
                  </a:lnTo>
                  <a:lnTo>
                    <a:pt x="9752800" y="395452"/>
                  </a:lnTo>
                  <a:close/>
                </a:path>
                <a:path w="9987915" h="1236345">
                  <a:moveTo>
                    <a:pt x="9918535" y="607542"/>
                  </a:moveTo>
                  <a:lnTo>
                    <a:pt x="9909975" y="564362"/>
                  </a:lnTo>
                  <a:lnTo>
                    <a:pt x="9893465" y="538962"/>
                  </a:lnTo>
                  <a:lnTo>
                    <a:pt x="9886036" y="527532"/>
                  </a:lnTo>
                  <a:lnTo>
                    <a:pt x="9873132" y="518833"/>
                  </a:lnTo>
                  <a:lnTo>
                    <a:pt x="9873132" y="606272"/>
                  </a:lnTo>
                  <a:lnTo>
                    <a:pt x="9867913" y="632942"/>
                  </a:lnTo>
                  <a:lnTo>
                    <a:pt x="9853498" y="654532"/>
                  </a:lnTo>
                  <a:lnTo>
                    <a:pt x="9832035" y="669772"/>
                  </a:lnTo>
                  <a:lnTo>
                    <a:pt x="9805721" y="674852"/>
                  </a:lnTo>
                  <a:lnTo>
                    <a:pt x="9779368" y="669772"/>
                  </a:lnTo>
                  <a:lnTo>
                    <a:pt x="9757791" y="654532"/>
                  </a:lnTo>
                  <a:lnTo>
                    <a:pt x="9743211" y="634212"/>
                  </a:lnTo>
                  <a:lnTo>
                    <a:pt x="9737788" y="607542"/>
                  </a:lnTo>
                  <a:lnTo>
                    <a:pt x="9742945" y="580872"/>
                  </a:lnTo>
                  <a:lnTo>
                    <a:pt x="9757258" y="559282"/>
                  </a:lnTo>
                  <a:lnTo>
                    <a:pt x="9778581" y="545312"/>
                  </a:lnTo>
                  <a:lnTo>
                    <a:pt x="9804756" y="538962"/>
                  </a:lnTo>
                  <a:lnTo>
                    <a:pt x="9805213" y="538962"/>
                  </a:lnTo>
                  <a:lnTo>
                    <a:pt x="9831578" y="545312"/>
                  </a:lnTo>
                  <a:lnTo>
                    <a:pt x="9853143" y="559282"/>
                  </a:lnTo>
                  <a:lnTo>
                    <a:pt x="9867722" y="580872"/>
                  </a:lnTo>
                  <a:lnTo>
                    <a:pt x="9873132" y="606272"/>
                  </a:lnTo>
                  <a:lnTo>
                    <a:pt x="9873132" y="518833"/>
                  </a:lnTo>
                  <a:lnTo>
                    <a:pt x="9850285" y="503402"/>
                  </a:lnTo>
                  <a:lnTo>
                    <a:pt x="9806356" y="494512"/>
                  </a:lnTo>
                  <a:lnTo>
                    <a:pt x="9805987" y="494512"/>
                  </a:lnTo>
                  <a:lnTo>
                    <a:pt x="9762122" y="503402"/>
                  </a:lnTo>
                  <a:lnTo>
                    <a:pt x="9726168" y="526262"/>
                  </a:lnTo>
                  <a:lnTo>
                    <a:pt x="9701759" y="561822"/>
                  </a:lnTo>
                  <a:lnTo>
                    <a:pt x="9692462" y="606272"/>
                  </a:lnTo>
                  <a:lnTo>
                    <a:pt x="9701009" y="650722"/>
                  </a:lnTo>
                  <a:lnTo>
                    <a:pt x="9724961" y="686282"/>
                  </a:lnTo>
                  <a:lnTo>
                    <a:pt x="9760699" y="710412"/>
                  </a:lnTo>
                  <a:lnTo>
                    <a:pt x="9804629" y="719302"/>
                  </a:lnTo>
                  <a:lnTo>
                    <a:pt x="9848698" y="711682"/>
                  </a:lnTo>
                  <a:lnTo>
                    <a:pt x="9884804" y="687552"/>
                  </a:lnTo>
                  <a:lnTo>
                    <a:pt x="9893554" y="674852"/>
                  </a:lnTo>
                  <a:lnTo>
                    <a:pt x="9909302" y="651992"/>
                  </a:lnTo>
                  <a:lnTo>
                    <a:pt x="9918535" y="607542"/>
                  </a:lnTo>
                  <a:close/>
                </a:path>
                <a:path w="9987915" h="1236345">
                  <a:moveTo>
                    <a:pt x="9987293" y="1076172"/>
                  </a:moveTo>
                  <a:lnTo>
                    <a:pt x="9986950" y="1073632"/>
                  </a:lnTo>
                  <a:lnTo>
                    <a:pt x="9986289" y="1071092"/>
                  </a:lnTo>
                  <a:lnTo>
                    <a:pt x="9986289" y="1054582"/>
                  </a:lnTo>
                  <a:lnTo>
                    <a:pt x="9986289" y="879322"/>
                  </a:lnTo>
                  <a:lnTo>
                    <a:pt x="9978987" y="836142"/>
                  </a:lnTo>
                  <a:lnTo>
                    <a:pt x="9962604" y="809472"/>
                  </a:lnTo>
                  <a:lnTo>
                    <a:pt x="9956368" y="799312"/>
                  </a:lnTo>
                  <a:lnTo>
                    <a:pt x="9940950" y="788530"/>
                  </a:lnTo>
                  <a:lnTo>
                    <a:pt x="9940950" y="874242"/>
                  </a:lnTo>
                  <a:lnTo>
                    <a:pt x="9940950" y="1054582"/>
                  </a:lnTo>
                  <a:lnTo>
                    <a:pt x="9669907" y="1054582"/>
                  </a:lnTo>
                  <a:lnTo>
                    <a:pt x="9669907" y="876782"/>
                  </a:lnTo>
                  <a:lnTo>
                    <a:pt x="9674263" y="851382"/>
                  </a:lnTo>
                  <a:lnTo>
                    <a:pt x="9687598" y="831062"/>
                  </a:lnTo>
                  <a:lnTo>
                    <a:pt x="9707893" y="815822"/>
                  </a:lnTo>
                  <a:lnTo>
                    <a:pt x="9733102" y="810742"/>
                  </a:lnTo>
                  <a:lnTo>
                    <a:pt x="9736684" y="810742"/>
                  </a:lnTo>
                  <a:lnTo>
                    <a:pt x="9771304" y="809472"/>
                  </a:lnTo>
                  <a:lnTo>
                    <a:pt x="9805911" y="809472"/>
                  </a:lnTo>
                  <a:lnTo>
                    <a:pt x="9840531" y="810742"/>
                  </a:lnTo>
                  <a:lnTo>
                    <a:pt x="9875139" y="810742"/>
                  </a:lnTo>
                  <a:lnTo>
                    <a:pt x="9900463" y="814552"/>
                  </a:lnTo>
                  <a:lnTo>
                    <a:pt x="9921278" y="828522"/>
                  </a:lnTo>
                  <a:lnTo>
                    <a:pt x="9935489" y="848842"/>
                  </a:lnTo>
                  <a:lnTo>
                    <a:pt x="9940950" y="874242"/>
                  </a:lnTo>
                  <a:lnTo>
                    <a:pt x="9940950" y="788530"/>
                  </a:lnTo>
                  <a:lnTo>
                    <a:pt x="9938220" y="786612"/>
                  </a:lnTo>
                  <a:lnTo>
                    <a:pt x="9921888" y="775182"/>
                  </a:lnTo>
                  <a:lnTo>
                    <a:pt x="9879012" y="765022"/>
                  </a:lnTo>
                  <a:lnTo>
                    <a:pt x="9726028" y="765022"/>
                  </a:lnTo>
                  <a:lnTo>
                    <a:pt x="9711017" y="767562"/>
                  </a:lnTo>
                  <a:lnTo>
                    <a:pt x="9696539" y="772642"/>
                  </a:lnTo>
                  <a:lnTo>
                    <a:pt x="9682797" y="778992"/>
                  </a:lnTo>
                  <a:lnTo>
                    <a:pt x="9669983" y="786612"/>
                  </a:lnTo>
                  <a:lnTo>
                    <a:pt x="9669983" y="742162"/>
                  </a:lnTo>
                  <a:lnTo>
                    <a:pt x="9662884" y="698982"/>
                  </a:lnTo>
                  <a:lnTo>
                    <a:pt x="9643745" y="662152"/>
                  </a:lnTo>
                  <a:lnTo>
                    <a:pt x="9633191" y="651992"/>
                  </a:lnTo>
                  <a:lnTo>
                    <a:pt x="9624492" y="643623"/>
                  </a:lnTo>
                  <a:lnTo>
                    <a:pt x="9624492" y="743432"/>
                  </a:lnTo>
                  <a:lnTo>
                    <a:pt x="9624492" y="1054582"/>
                  </a:lnTo>
                  <a:lnTo>
                    <a:pt x="9263139" y="1054582"/>
                  </a:lnTo>
                  <a:lnTo>
                    <a:pt x="9263101" y="809472"/>
                  </a:lnTo>
                  <a:lnTo>
                    <a:pt x="9263101" y="786612"/>
                  </a:lnTo>
                  <a:lnTo>
                    <a:pt x="9263164" y="743432"/>
                  </a:lnTo>
                  <a:lnTo>
                    <a:pt x="9269844" y="707872"/>
                  </a:lnTo>
                  <a:lnTo>
                    <a:pt x="9288831" y="679932"/>
                  </a:lnTo>
                  <a:lnTo>
                    <a:pt x="9317279" y="659612"/>
                  </a:lnTo>
                  <a:lnTo>
                    <a:pt x="9352305" y="651992"/>
                  </a:lnTo>
                  <a:lnTo>
                    <a:pt x="9538068" y="651992"/>
                  </a:lnTo>
                  <a:lnTo>
                    <a:pt x="9582721" y="665962"/>
                  </a:lnTo>
                  <a:lnTo>
                    <a:pt x="9619755" y="712952"/>
                  </a:lnTo>
                  <a:lnTo>
                    <a:pt x="9624492" y="743432"/>
                  </a:lnTo>
                  <a:lnTo>
                    <a:pt x="9624492" y="643623"/>
                  </a:lnTo>
                  <a:lnTo>
                    <a:pt x="9614713" y="634212"/>
                  </a:lnTo>
                  <a:lnTo>
                    <a:pt x="9577934" y="613892"/>
                  </a:lnTo>
                  <a:lnTo>
                    <a:pt x="9535579" y="607542"/>
                  </a:lnTo>
                  <a:lnTo>
                    <a:pt x="9351620" y="607542"/>
                  </a:lnTo>
                  <a:lnTo>
                    <a:pt x="9306039" y="615162"/>
                  </a:lnTo>
                  <a:lnTo>
                    <a:pt x="9267025" y="638022"/>
                  </a:lnTo>
                  <a:lnTo>
                    <a:pt x="9237688" y="672312"/>
                  </a:lnTo>
                  <a:lnTo>
                    <a:pt x="9221140" y="715492"/>
                  </a:lnTo>
                  <a:lnTo>
                    <a:pt x="9218028" y="762482"/>
                  </a:lnTo>
                  <a:lnTo>
                    <a:pt x="9218003" y="786612"/>
                  </a:lnTo>
                  <a:lnTo>
                    <a:pt x="9217901" y="875512"/>
                  </a:lnTo>
                  <a:lnTo>
                    <a:pt x="9217901" y="1054582"/>
                  </a:lnTo>
                  <a:lnTo>
                    <a:pt x="8946845" y="1054582"/>
                  </a:lnTo>
                  <a:lnTo>
                    <a:pt x="8946845" y="876782"/>
                  </a:lnTo>
                  <a:lnTo>
                    <a:pt x="8951163" y="851382"/>
                  </a:lnTo>
                  <a:lnTo>
                    <a:pt x="8964409" y="831062"/>
                  </a:lnTo>
                  <a:lnTo>
                    <a:pt x="8984577" y="815822"/>
                  </a:lnTo>
                  <a:lnTo>
                    <a:pt x="9009634" y="810742"/>
                  </a:lnTo>
                  <a:lnTo>
                    <a:pt x="9012580" y="810742"/>
                  </a:lnTo>
                  <a:lnTo>
                    <a:pt x="9047518" y="809472"/>
                  </a:lnTo>
                  <a:lnTo>
                    <a:pt x="9082468" y="809472"/>
                  </a:lnTo>
                  <a:lnTo>
                    <a:pt x="9117432" y="810742"/>
                  </a:lnTo>
                  <a:lnTo>
                    <a:pt x="9152382" y="810742"/>
                  </a:lnTo>
                  <a:lnTo>
                    <a:pt x="9177769" y="815822"/>
                  </a:lnTo>
                  <a:lnTo>
                    <a:pt x="9198546" y="828522"/>
                  </a:lnTo>
                  <a:lnTo>
                    <a:pt x="9212631" y="850112"/>
                  </a:lnTo>
                  <a:lnTo>
                    <a:pt x="9217901" y="875512"/>
                  </a:lnTo>
                  <a:lnTo>
                    <a:pt x="9217901" y="786561"/>
                  </a:lnTo>
                  <a:lnTo>
                    <a:pt x="9215806" y="785342"/>
                  </a:lnTo>
                  <a:lnTo>
                    <a:pt x="9214790" y="784072"/>
                  </a:lnTo>
                  <a:lnTo>
                    <a:pt x="9213875" y="784072"/>
                  </a:lnTo>
                  <a:lnTo>
                    <a:pt x="9198800" y="775182"/>
                  </a:lnTo>
                  <a:lnTo>
                    <a:pt x="9182697" y="768832"/>
                  </a:lnTo>
                  <a:lnTo>
                    <a:pt x="9165857" y="766292"/>
                  </a:lnTo>
                  <a:lnTo>
                    <a:pt x="9148572" y="765022"/>
                  </a:lnTo>
                  <a:lnTo>
                    <a:pt x="9010777" y="765022"/>
                  </a:lnTo>
                  <a:lnTo>
                    <a:pt x="8961107" y="777722"/>
                  </a:lnTo>
                  <a:lnTo>
                    <a:pt x="8922588" y="810742"/>
                  </a:lnTo>
                  <a:lnTo>
                    <a:pt x="8910523" y="847572"/>
                  </a:lnTo>
                  <a:lnTo>
                    <a:pt x="8904135" y="907262"/>
                  </a:lnTo>
                  <a:lnTo>
                    <a:pt x="8901722" y="974572"/>
                  </a:lnTo>
                  <a:lnTo>
                    <a:pt x="8901557" y="1035532"/>
                  </a:lnTo>
                  <a:lnTo>
                    <a:pt x="8901951" y="1073632"/>
                  </a:lnTo>
                  <a:lnTo>
                    <a:pt x="8903932" y="1073632"/>
                  </a:lnTo>
                  <a:lnTo>
                    <a:pt x="8904046" y="1082522"/>
                  </a:lnTo>
                  <a:lnTo>
                    <a:pt x="8907310" y="1090142"/>
                  </a:lnTo>
                  <a:lnTo>
                    <a:pt x="8913177" y="1096492"/>
                  </a:lnTo>
                  <a:lnTo>
                    <a:pt x="8921090" y="1099032"/>
                  </a:lnTo>
                  <a:lnTo>
                    <a:pt x="9965398" y="1099032"/>
                  </a:lnTo>
                  <a:lnTo>
                    <a:pt x="9973920" y="1097762"/>
                  </a:lnTo>
                  <a:lnTo>
                    <a:pt x="9980866" y="1092682"/>
                  </a:lnTo>
                  <a:lnTo>
                    <a:pt x="9985565" y="1086332"/>
                  </a:lnTo>
                  <a:lnTo>
                    <a:pt x="9987293" y="1077442"/>
                  </a:lnTo>
                  <a:lnTo>
                    <a:pt x="9987293" y="10761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3" name="object 13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065898" y="1814779"/>
            <a:ext cx="4535805" cy="740968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3838702" y="6110892"/>
            <a:ext cx="1656080" cy="968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4135" marR="5080" indent="-52069">
              <a:lnSpc>
                <a:spcPct val="121300"/>
              </a:lnSpc>
              <a:spcBef>
                <a:spcPts val="100"/>
              </a:spcBef>
            </a:pPr>
            <a:r>
              <a:rPr dirty="0" sz="2550" spc="-10">
                <a:solidFill>
                  <a:srgbClr val="FFFFFF"/>
                </a:solidFill>
                <a:latin typeface="Arial"/>
                <a:cs typeface="Arial"/>
              </a:rPr>
              <a:t>Knowledge </a:t>
            </a:r>
            <a:r>
              <a:rPr dirty="0" sz="2550" spc="50">
                <a:solidFill>
                  <a:srgbClr val="FFFFFF"/>
                </a:solidFill>
                <a:latin typeface="Arial"/>
                <a:cs typeface="Arial"/>
              </a:rPr>
              <a:t>Extraction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15" name="object 15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252848" y="5566917"/>
            <a:ext cx="962405" cy="697991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6329553" y="6110892"/>
            <a:ext cx="2665095" cy="968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0520" marR="5080" indent="-338455">
              <a:lnSpc>
                <a:spcPct val="121300"/>
              </a:lnSpc>
              <a:spcBef>
                <a:spcPts val="100"/>
              </a:spcBef>
            </a:pPr>
            <a:r>
              <a:rPr dirty="0" sz="2550">
                <a:solidFill>
                  <a:srgbClr val="FFFFFF"/>
                </a:solidFill>
                <a:latin typeface="Arial"/>
                <a:cs typeface="Arial"/>
              </a:rPr>
              <a:t>Knowledge</a:t>
            </a:r>
            <a:r>
              <a:rPr dirty="0" sz="2550" spc="1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550" spc="-10">
                <a:solidFill>
                  <a:srgbClr val="FFFFFF"/>
                </a:solidFill>
                <a:latin typeface="Arial"/>
                <a:cs typeface="Arial"/>
              </a:rPr>
              <a:t>Graph </a:t>
            </a:r>
            <a:r>
              <a:rPr dirty="0" sz="2550" spc="75">
                <a:solidFill>
                  <a:srgbClr val="FFFFFF"/>
                </a:solidFill>
                <a:latin typeface="Arial"/>
                <a:cs typeface="Arial"/>
              </a:rPr>
              <a:t>Construction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201534" y="5566917"/>
            <a:ext cx="1099566" cy="697991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9610090" y="6110892"/>
            <a:ext cx="2037080" cy="968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48260">
              <a:lnSpc>
                <a:spcPct val="121300"/>
              </a:lnSpc>
              <a:spcBef>
                <a:spcPts val="100"/>
              </a:spcBef>
            </a:pPr>
            <a:r>
              <a:rPr dirty="0" sz="2550" spc="85">
                <a:solidFill>
                  <a:srgbClr val="FFFFFF"/>
                </a:solidFill>
                <a:latin typeface="Arial"/>
                <a:cs typeface="Arial"/>
              </a:rPr>
              <a:t>Web</a:t>
            </a:r>
            <a:r>
              <a:rPr dirty="0" sz="255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550" spc="40">
                <a:solidFill>
                  <a:srgbClr val="FFFFFF"/>
                </a:solidFill>
                <a:latin typeface="Arial"/>
                <a:cs typeface="Arial"/>
              </a:rPr>
              <a:t>System </a:t>
            </a:r>
            <a:r>
              <a:rPr dirty="0" sz="2550" spc="55">
                <a:solidFill>
                  <a:srgbClr val="FFFFFF"/>
                </a:solidFill>
                <a:latin typeface="Arial"/>
                <a:cs typeface="Arial"/>
              </a:rPr>
              <a:t>Development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0156570" y="5566917"/>
            <a:ext cx="1136142" cy="697991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13036422" y="6194501"/>
            <a:ext cx="1118235" cy="4140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50" spc="-10">
                <a:solidFill>
                  <a:srgbClr val="FFFFFF"/>
                </a:solidFill>
                <a:latin typeface="Arial"/>
                <a:cs typeface="Arial"/>
              </a:rPr>
              <a:t>Testing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21" name="object 21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0" y="6257940"/>
            <a:ext cx="4563035" cy="4029057"/>
          </a:xfrm>
          <a:prstGeom prst="rect">
            <a:avLst/>
          </a:prstGeom>
        </p:spPr>
      </p:pic>
      <p:grpSp>
        <p:nvGrpSpPr>
          <p:cNvPr id="22" name="object 22" descr=""/>
          <p:cNvGrpSpPr/>
          <p:nvPr/>
        </p:nvGrpSpPr>
        <p:grpSpPr>
          <a:xfrm>
            <a:off x="13058398" y="0"/>
            <a:ext cx="5229860" cy="6264910"/>
            <a:chOff x="13058398" y="0"/>
            <a:chExt cx="5229860" cy="6264910"/>
          </a:xfrm>
        </p:grpSpPr>
        <p:pic>
          <p:nvPicPr>
            <p:cNvPr id="23" name="object 23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3143229" y="5566917"/>
              <a:ext cx="1159459" cy="697991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3058398" y="0"/>
              <a:ext cx="5229600" cy="569589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28313" y="8547671"/>
            <a:ext cx="1469136" cy="142124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38380" y="0"/>
            <a:ext cx="5849620" cy="4553331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6542785"/>
            <a:ext cx="5314061" cy="3744211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43673" y="692480"/>
            <a:ext cx="4283075" cy="698296"/>
          </a:xfrm>
          <a:prstGeom prst="rect">
            <a:avLst/>
          </a:prstGeom>
        </p:spPr>
      </p:pic>
      <p:grpSp>
        <p:nvGrpSpPr>
          <p:cNvPr id="7" name="object 7" descr=""/>
          <p:cNvGrpSpPr/>
          <p:nvPr/>
        </p:nvGrpSpPr>
        <p:grpSpPr>
          <a:xfrm>
            <a:off x="493776" y="1505458"/>
            <a:ext cx="10276205" cy="1085850"/>
            <a:chOff x="493776" y="1505458"/>
            <a:chExt cx="10276205" cy="1085850"/>
          </a:xfrm>
        </p:grpSpPr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01814" y="1505458"/>
              <a:ext cx="3368166" cy="697992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3776" y="1892757"/>
              <a:ext cx="7792974" cy="698296"/>
            </a:xfrm>
            <a:prstGeom prst="rect">
              <a:avLst/>
            </a:prstGeom>
          </p:spPr>
        </p:pic>
      </p:grpSp>
      <p:grpSp>
        <p:nvGrpSpPr>
          <p:cNvPr id="10" name="object 10" descr=""/>
          <p:cNvGrpSpPr/>
          <p:nvPr/>
        </p:nvGrpSpPr>
        <p:grpSpPr>
          <a:xfrm>
            <a:off x="2804795" y="3184905"/>
            <a:ext cx="12627610" cy="497205"/>
            <a:chOff x="2804795" y="3184905"/>
            <a:chExt cx="12627610" cy="497205"/>
          </a:xfrm>
        </p:grpSpPr>
        <p:pic>
          <p:nvPicPr>
            <p:cNvPr id="11" name="object 1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04795" y="3184905"/>
              <a:ext cx="2570860" cy="496824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44973" y="3184905"/>
              <a:ext cx="942848" cy="496824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077077" y="3184905"/>
              <a:ext cx="2364231" cy="496824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329929" y="3184905"/>
              <a:ext cx="1019175" cy="496824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271761" y="3184905"/>
              <a:ext cx="557783" cy="496824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674098" y="3184905"/>
              <a:ext cx="2069465" cy="496824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484863" y="3184905"/>
              <a:ext cx="420624" cy="496824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695176" y="3184905"/>
              <a:ext cx="2160270" cy="496824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3741908" y="3184905"/>
              <a:ext cx="1645030" cy="496824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5151862" y="3184905"/>
              <a:ext cx="280415" cy="496824"/>
            </a:xfrm>
            <a:prstGeom prst="rect">
              <a:avLst/>
            </a:prstGeom>
          </p:spPr>
        </p:pic>
      </p:grpSp>
      <p:sp>
        <p:nvSpPr>
          <p:cNvPr id="21" name="object 21" descr=""/>
          <p:cNvSpPr txBox="1"/>
          <p:nvPr/>
        </p:nvSpPr>
        <p:spPr>
          <a:xfrm>
            <a:off x="2440051" y="2915259"/>
            <a:ext cx="170815" cy="1449070"/>
          </a:xfrm>
          <a:prstGeom prst="rect">
            <a:avLst/>
          </a:prstGeom>
        </p:spPr>
        <p:txBody>
          <a:bodyPr wrap="square" lIns="0" tIns="2286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dirty="0" sz="3250" spc="-5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3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05"/>
              </a:spcBef>
            </a:pPr>
            <a:r>
              <a:rPr dirty="0" sz="3250" spc="-5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3250">
              <a:latin typeface="Arial"/>
              <a:cs typeface="Arial"/>
            </a:endParaRPr>
          </a:p>
        </p:txBody>
      </p:sp>
      <p:pic>
        <p:nvPicPr>
          <p:cNvPr id="22" name="object 22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804795" y="3896614"/>
            <a:ext cx="1116710" cy="496824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4089780" y="3896614"/>
            <a:ext cx="1203960" cy="496824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5443092" y="3896614"/>
            <a:ext cx="2019045" cy="496824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7599933" y="3896614"/>
            <a:ext cx="651509" cy="496824"/>
          </a:xfrm>
          <a:prstGeom prst="rect">
            <a:avLst/>
          </a:prstGeom>
        </p:spPr>
      </p:pic>
      <p:grpSp>
        <p:nvGrpSpPr>
          <p:cNvPr id="26" name="object 26" descr=""/>
          <p:cNvGrpSpPr/>
          <p:nvPr/>
        </p:nvGrpSpPr>
        <p:grpSpPr>
          <a:xfrm>
            <a:off x="8424418" y="3896614"/>
            <a:ext cx="2578735" cy="497205"/>
            <a:chOff x="8424418" y="3896614"/>
            <a:chExt cx="2578735" cy="497205"/>
          </a:xfrm>
        </p:grpSpPr>
        <p:pic>
          <p:nvPicPr>
            <p:cNvPr id="27" name="object 27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424418" y="3896614"/>
              <a:ext cx="1034287" cy="496824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200134" y="3896614"/>
              <a:ext cx="420624" cy="496824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9410446" y="3896614"/>
              <a:ext cx="1592326" cy="496824"/>
            </a:xfrm>
            <a:prstGeom prst="rect">
              <a:avLst/>
            </a:prstGeom>
          </p:spPr>
        </p:pic>
      </p:grpSp>
      <p:pic>
        <p:nvPicPr>
          <p:cNvPr id="30" name="object 30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1193780" y="3896614"/>
            <a:ext cx="2534920" cy="496824"/>
          </a:xfrm>
          <a:prstGeom prst="rect">
            <a:avLst/>
          </a:prstGeom>
        </p:spPr>
      </p:pic>
      <p:pic>
        <p:nvPicPr>
          <p:cNvPr id="31" name="object 31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3865352" y="3896614"/>
            <a:ext cx="471373" cy="496824"/>
          </a:xfrm>
          <a:prstGeom prst="rect">
            <a:avLst/>
          </a:prstGeom>
        </p:spPr>
      </p:pic>
      <p:pic>
        <p:nvPicPr>
          <p:cNvPr id="32" name="object 32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4569693" y="3896614"/>
            <a:ext cx="1952498" cy="496824"/>
          </a:xfrm>
          <a:prstGeom prst="rect">
            <a:avLst/>
          </a:prstGeom>
        </p:spPr>
      </p:pic>
      <p:pic>
        <p:nvPicPr>
          <p:cNvPr id="33" name="object 33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6668241" y="3896614"/>
            <a:ext cx="788822" cy="496824"/>
          </a:xfrm>
          <a:prstGeom prst="rect">
            <a:avLst/>
          </a:prstGeom>
        </p:spPr>
      </p:pic>
      <p:grpSp>
        <p:nvGrpSpPr>
          <p:cNvPr id="34" name="object 34" descr=""/>
          <p:cNvGrpSpPr/>
          <p:nvPr/>
        </p:nvGrpSpPr>
        <p:grpSpPr>
          <a:xfrm>
            <a:off x="2804795" y="4606797"/>
            <a:ext cx="2725420" cy="497205"/>
            <a:chOff x="2804795" y="4606797"/>
            <a:chExt cx="2725420" cy="497205"/>
          </a:xfrm>
        </p:grpSpPr>
        <p:pic>
          <p:nvPicPr>
            <p:cNvPr id="35" name="object 35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804795" y="4606797"/>
              <a:ext cx="2667000" cy="496824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249545" y="4606797"/>
              <a:ext cx="280415" cy="496824"/>
            </a:xfrm>
            <a:prstGeom prst="rect">
              <a:avLst/>
            </a:prstGeom>
          </p:spPr>
        </p:pic>
      </p:grpSp>
      <p:pic>
        <p:nvPicPr>
          <p:cNvPr id="37" name="object 37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493166" y="5659831"/>
            <a:ext cx="10350500" cy="698296"/>
          </a:xfrm>
          <a:prstGeom prst="rect">
            <a:avLst/>
          </a:prstGeom>
        </p:spPr>
      </p:pic>
      <p:grpSp>
        <p:nvGrpSpPr>
          <p:cNvPr id="38" name="object 38" descr=""/>
          <p:cNvGrpSpPr/>
          <p:nvPr/>
        </p:nvGrpSpPr>
        <p:grpSpPr>
          <a:xfrm>
            <a:off x="2804795" y="6951853"/>
            <a:ext cx="12901930" cy="497205"/>
            <a:chOff x="2804795" y="6951853"/>
            <a:chExt cx="12901930" cy="497205"/>
          </a:xfrm>
        </p:grpSpPr>
        <p:pic>
          <p:nvPicPr>
            <p:cNvPr id="39" name="object 39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804795" y="6951853"/>
              <a:ext cx="3058668" cy="496824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789041" y="6951853"/>
              <a:ext cx="628650" cy="496824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333109" y="6951853"/>
              <a:ext cx="989584" cy="496824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197598" y="6951853"/>
              <a:ext cx="1738502" cy="496824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8869426" y="6951853"/>
              <a:ext cx="656081" cy="496824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306814" y="6951853"/>
              <a:ext cx="280416" cy="496824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9447022" y="6951853"/>
              <a:ext cx="563879" cy="496824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728962" y="6951853"/>
              <a:ext cx="280416" cy="496824"/>
            </a:xfrm>
            <a:prstGeom prst="rect">
              <a:avLst/>
            </a:prstGeom>
          </p:spPr>
        </p:pic>
        <p:pic>
          <p:nvPicPr>
            <p:cNvPr id="47" name="object 47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9869170" y="6951853"/>
              <a:ext cx="1540763" cy="496824"/>
            </a:xfrm>
            <a:prstGeom prst="rect">
              <a:avLst/>
            </a:prstGeom>
          </p:spPr>
        </p:pic>
        <p:pic>
          <p:nvPicPr>
            <p:cNvPr id="48" name="object 48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1317224" y="6951853"/>
              <a:ext cx="2709926" cy="496824"/>
            </a:xfrm>
            <a:prstGeom prst="rect">
              <a:avLst/>
            </a:prstGeom>
          </p:spPr>
        </p:pic>
        <p:pic>
          <p:nvPicPr>
            <p:cNvPr id="49" name="object 49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3926565" y="6951853"/>
              <a:ext cx="1713865" cy="496824"/>
            </a:xfrm>
            <a:prstGeom prst="rect">
              <a:avLst/>
            </a:prstGeom>
          </p:spPr>
        </p:pic>
        <p:pic>
          <p:nvPicPr>
            <p:cNvPr id="50" name="object 50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5426182" y="6951853"/>
              <a:ext cx="280415" cy="496824"/>
            </a:xfrm>
            <a:prstGeom prst="rect">
              <a:avLst/>
            </a:prstGeom>
          </p:spPr>
        </p:pic>
      </p:grpSp>
      <p:sp>
        <p:nvSpPr>
          <p:cNvPr id="51" name="object 51" descr=""/>
          <p:cNvSpPr txBox="1"/>
          <p:nvPr/>
        </p:nvSpPr>
        <p:spPr>
          <a:xfrm>
            <a:off x="2440051" y="6682206"/>
            <a:ext cx="170815" cy="1449070"/>
          </a:xfrm>
          <a:prstGeom prst="rect">
            <a:avLst/>
          </a:prstGeom>
        </p:spPr>
        <p:txBody>
          <a:bodyPr wrap="square" lIns="0" tIns="2286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dirty="0" sz="3250" spc="-5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3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05"/>
              </a:spcBef>
            </a:pPr>
            <a:r>
              <a:rPr dirty="0" sz="3250" spc="-5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3250">
              <a:latin typeface="Arial"/>
              <a:cs typeface="Arial"/>
            </a:endParaRPr>
          </a:p>
        </p:txBody>
      </p:sp>
      <p:pic>
        <p:nvPicPr>
          <p:cNvPr id="52" name="object 52" descr="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2804795" y="7663636"/>
            <a:ext cx="2399284" cy="497128"/>
          </a:xfrm>
          <a:prstGeom prst="rect">
            <a:avLst/>
          </a:prstGeom>
        </p:spPr>
      </p:pic>
      <p:pic>
        <p:nvPicPr>
          <p:cNvPr id="53" name="object 53" descr="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5494909" y="7663636"/>
            <a:ext cx="628650" cy="497128"/>
          </a:xfrm>
          <a:prstGeom prst="rect">
            <a:avLst/>
          </a:prstGeom>
        </p:spPr>
      </p:pic>
      <p:pic>
        <p:nvPicPr>
          <p:cNvPr id="54" name="object 54" descr="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6423025" y="7663636"/>
            <a:ext cx="2882392" cy="497128"/>
          </a:xfrm>
          <a:prstGeom prst="rect">
            <a:avLst/>
          </a:prstGeom>
        </p:spPr>
      </p:pic>
      <p:pic>
        <p:nvPicPr>
          <p:cNvPr id="55" name="object 55" descr="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9608566" y="7663636"/>
            <a:ext cx="642366" cy="497128"/>
          </a:xfrm>
          <a:prstGeom prst="rect">
            <a:avLst/>
          </a:prstGeom>
        </p:spPr>
      </p:pic>
      <p:pic>
        <p:nvPicPr>
          <p:cNvPr id="56" name="object 56" descr="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10546080" y="7663636"/>
            <a:ext cx="2603500" cy="497128"/>
          </a:xfrm>
          <a:prstGeom prst="rect">
            <a:avLst/>
          </a:prstGeom>
        </p:spPr>
      </p:pic>
      <p:pic>
        <p:nvPicPr>
          <p:cNvPr id="57" name="object 57" descr="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13421867" y="7663636"/>
            <a:ext cx="2727832" cy="497128"/>
          </a:xfrm>
          <a:prstGeom prst="rect">
            <a:avLst/>
          </a:prstGeom>
        </p:spPr>
      </p:pic>
      <p:pic>
        <p:nvPicPr>
          <p:cNvPr id="58" name="object 58" descr="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16448786" y="7663636"/>
            <a:ext cx="1081430" cy="497128"/>
          </a:xfrm>
          <a:prstGeom prst="rect">
            <a:avLst/>
          </a:prstGeom>
        </p:spPr>
      </p:pic>
      <p:grpSp>
        <p:nvGrpSpPr>
          <p:cNvPr id="59" name="object 59" descr=""/>
          <p:cNvGrpSpPr/>
          <p:nvPr/>
        </p:nvGrpSpPr>
        <p:grpSpPr>
          <a:xfrm>
            <a:off x="2804795" y="8374126"/>
            <a:ext cx="3216275" cy="497205"/>
            <a:chOff x="2804795" y="8374126"/>
            <a:chExt cx="3216275" cy="497205"/>
          </a:xfrm>
        </p:grpSpPr>
        <p:pic>
          <p:nvPicPr>
            <p:cNvPr id="60" name="object 60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2804795" y="8374126"/>
              <a:ext cx="3180207" cy="496824"/>
            </a:xfrm>
            <a:prstGeom prst="rect">
              <a:avLst/>
            </a:prstGeom>
          </p:spPr>
        </p:pic>
        <p:pic>
          <p:nvPicPr>
            <p:cNvPr id="61" name="object 61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740273" y="8374126"/>
              <a:ext cx="280415" cy="49682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28313" y="8547671"/>
            <a:ext cx="1469136" cy="142124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38380" y="0"/>
            <a:ext cx="5849620" cy="4553331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6542785"/>
            <a:ext cx="5314061" cy="3744211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39722" y="3489705"/>
            <a:ext cx="3748151" cy="697992"/>
          </a:xfrm>
          <a:prstGeom prst="rect">
            <a:avLst/>
          </a:prstGeom>
        </p:spPr>
      </p:pic>
      <p:grpSp>
        <p:nvGrpSpPr>
          <p:cNvPr id="7" name="object 7" descr=""/>
          <p:cNvGrpSpPr/>
          <p:nvPr/>
        </p:nvGrpSpPr>
        <p:grpSpPr>
          <a:xfrm>
            <a:off x="2757170" y="4301693"/>
            <a:ext cx="2634615" cy="955040"/>
            <a:chOff x="2757170" y="4301693"/>
            <a:chExt cx="2634615" cy="955040"/>
          </a:xfrm>
        </p:grpSpPr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57170" y="4301693"/>
              <a:ext cx="1812035" cy="698296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04795" y="4759452"/>
              <a:ext cx="2586989" cy="496824"/>
            </a:xfrm>
            <a:prstGeom prst="rect">
              <a:avLst/>
            </a:prstGeom>
          </p:spPr>
        </p:pic>
      </p:grpSp>
      <p:pic>
        <p:nvPicPr>
          <p:cNvPr id="10" name="object 1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494909" y="4759452"/>
            <a:ext cx="2311781" cy="496824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913878" y="4759452"/>
            <a:ext cx="1740280" cy="496824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799066" y="4759452"/>
            <a:ext cx="1079398" cy="496824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946892" y="4759452"/>
            <a:ext cx="2883661" cy="496824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3963141" y="4759452"/>
            <a:ext cx="1021080" cy="496824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5118334" y="4759452"/>
            <a:ext cx="2355342" cy="496824"/>
          </a:xfrm>
          <a:prstGeom prst="rect">
            <a:avLst/>
          </a:prstGeom>
        </p:spPr>
      </p:pic>
      <p:grpSp>
        <p:nvGrpSpPr>
          <p:cNvPr id="16" name="object 16" descr=""/>
          <p:cNvGrpSpPr/>
          <p:nvPr/>
        </p:nvGrpSpPr>
        <p:grpSpPr>
          <a:xfrm>
            <a:off x="2804795" y="5471159"/>
            <a:ext cx="4174490" cy="497205"/>
            <a:chOff x="2804795" y="5471159"/>
            <a:chExt cx="4174490" cy="497205"/>
          </a:xfrm>
        </p:grpSpPr>
        <p:pic>
          <p:nvPicPr>
            <p:cNvPr id="17" name="object 17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804795" y="5471159"/>
              <a:ext cx="1820418" cy="496824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524121" y="5471159"/>
              <a:ext cx="956310" cy="496824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411089" y="5471159"/>
              <a:ext cx="1502410" cy="496824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698869" y="5471159"/>
              <a:ext cx="280416" cy="496824"/>
            </a:xfrm>
            <a:prstGeom prst="rect">
              <a:avLst/>
            </a:prstGeom>
          </p:spPr>
        </p:pic>
      </p:grpSp>
      <p:sp>
        <p:nvSpPr>
          <p:cNvPr id="21" name="object 21" descr=""/>
          <p:cNvSpPr txBox="1"/>
          <p:nvPr/>
        </p:nvSpPr>
        <p:spPr>
          <a:xfrm>
            <a:off x="2440051" y="4704079"/>
            <a:ext cx="170815" cy="19450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250" spc="-5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3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60"/>
              </a:spcBef>
            </a:pPr>
            <a:endParaRPr sz="3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3250" spc="-5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3250">
              <a:latin typeface="Arial"/>
              <a:cs typeface="Arial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2804795" y="6181597"/>
            <a:ext cx="9942195" cy="497205"/>
            <a:chOff x="2804795" y="6181597"/>
            <a:chExt cx="9942195" cy="497205"/>
          </a:xfrm>
        </p:grpSpPr>
        <p:pic>
          <p:nvPicPr>
            <p:cNvPr id="23" name="object 23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804795" y="6181597"/>
              <a:ext cx="1757680" cy="496824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469257" y="6181597"/>
              <a:ext cx="2462275" cy="496824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851269" y="6181597"/>
              <a:ext cx="2345563" cy="496824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087358" y="6181597"/>
              <a:ext cx="1078992" cy="496824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021570" y="6181597"/>
              <a:ext cx="2667000" cy="496824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2466320" y="6181597"/>
              <a:ext cx="280416" cy="49682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28313" y="8547671"/>
            <a:ext cx="1469136" cy="142124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38380" y="0"/>
            <a:ext cx="5849620" cy="4553331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6542785"/>
            <a:ext cx="5314061" cy="3744211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59430" y="692480"/>
            <a:ext cx="10208768" cy="6982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01063" y="1987626"/>
            <a:ext cx="3241040" cy="698296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1830958" y="2800476"/>
            <a:ext cx="15355569" cy="786130"/>
            <a:chOff x="1830958" y="2800476"/>
            <a:chExt cx="15355569" cy="786130"/>
          </a:xfrm>
        </p:grpSpPr>
        <p:pic>
          <p:nvPicPr>
            <p:cNvPr id="9" name="object 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30958" y="2800476"/>
              <a:ext cx="3168396" cy="697992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04794" y="3089401"/>
              <a:ext cx="1591691" cy="496824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93997" y="3089401"/>
              <a:ext cx="906272" cy="496824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97144" y="3089401"/>
              <a:ext cx="2090039" cy="496824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081774" y="3089401"/>
              <a:ext cx="2192781" cy="496824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201657" y="3089401"/>
              <a:ext cx="1859661" cy="496824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000231" y="3089401"/>
              <a:ext cx="2364104" cy="496824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3293852" y="3089401"/>
              <a:ext cx="1079398" cy="496824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4229841" y="3089401"/>
              <a:ext cx="2882011" cy="496824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6905986" y="3089401"/>
              <a:ext cx="280415" cy="496824"/>
            </a:xfrm>
            <a:prstGeom prst="rect">
              <a:avLst/>
            </a:prstGeom>
          </p:spPr>
        </p:pic>
      </p:grpSp>
      <p:sp>
        <p:nvSpPr>
          <p:cNvPr id="19" name="object 19" descr=""/>
          <p:cNvSpPr txBox="1"/>
          <p:nvPr/>
        </p:nvSpPr>
        <p:spPr>
          <a:xfrm>
            <a:off x="2440051" y="2820217"/>
            <a:ext cx="170815" cy="1448435"/>
          </a:xfrm>
          <a:prstGeom prst="rect">
            <a:avLst/>
          </a:prstGeom>
        </p:spPr>
        <p:txBody>
          <a:bodyPr wrap="square" lIns="0" tIns="2279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95"/>
              </a:spcBef>
            </a:pPr>
            <a:r>
              <a:rPr dirty="0" sz="3250" spc="-5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3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05"/>
              </a:spcBef>
            </a:pPr>
            <a:r>
              <a:rPr dirty="0" sz="3250" spc="-5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3250">
              <a:latin typeface="Arial"/>
              <a:cs typeface="Arial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2804795" y="3800805"/>
            <a:ext cx="9905365" cy="497205"/>
            <a:chOff x="2804795" y="3800805"/>
            <a:chExt cx="9905365" cy="497205"/>
          </a:xfrm>
        </p:grpSpPr>
        <p:pic>
          <p:nvPicPr>
            <p:cNvPr id="21" name="object 21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804795" y="3800805"/>
              <a:ext cx="1581022" cy="497128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286377" y="3800805"/>
              <a:ext cx="557784" cy="497128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688713" y="3800805"/>
              <a:ext cx="2330195" cy="497128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933565" y="3800805"/>
              <a:ext cx="1079398" cy="497128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869682" y="3800805"/>
              <a:ext cx="2375407" cy="497128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0152634" y="3800805"/>
              <a:ext cx="2530221" cy="497128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2429744" y="3800805"/>
              <a:ext cx="280416" cy="497128"/>
            </a:xfrm>
            <a:prstGeom prst="rect">
              <a:avLst/>
            </a:prstGeom>
          </p:spPr>
        </p:pic>
      </p:grpSp>
      <p:pic>
        <p:nvPicPr>
          <p:cNvPr id="28" name="object 28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73379" y="4761865"/>
            <a:ext cx="5248275" cy="697991"/>
          </a:xfrm>
          <a:prstGeom prst="rect">
            <a:avLst/>
          </a:prstGeom>
        </p:spPr>
      </p:pic>
      <p:pic>
        <p:nvPicPr>
          <p:cNvPr id="29" name="object 29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2804795" y="5579364"/>
            <a:ext cx="4111244" cy="496824"/>
          </a:xfrm>
          <a:prstGeom prst="rect">
            <a:avLst/>
          </a:prstGeom>
        </p:spPr>
      </p:pic>
      <p:grpSp>
        <p:nvGrpSpPr>
          <p:cNvPr id="30" name="object 30" descr=""/>
          <p:cNvGrpSpPr/>
          <p:nvPr/>
        </p:nvGrpSpPr>
        <p:grpSpPr>
          <a:xfrm>
            <a:off x="6979284" y="5579364"/>
            <a:ext cx="10539095" cy="497205"/>
            <a:chOff x="6979284" y="5579364"/>
            <a:chExt cx="10539095" cy="497205"/>
          </a:xfrm>
        </p:grpSpPr>
        <p:pic>
          <p:nvPicPr>
            <p:cNvPr id="31" name="object 31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979284" y="5579364"/>
              <a:ext cx="2113406" cy="496824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119361" y="5579364"/>
              <a:ext cx="557783" cy="496824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617709" y="5579364"/>
              <a:ext cx="5293360" cy="496824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4933929" y="5579364"/>
              <a:ext cx="2584069" cy="496824"/>
            </a:xfrm>
            <a:prstGeom prst="rect">
              <a:avLst/>
            </a:prstGeom>
          </p:spPr>
        </p:pic>
      </p:grpSp>
      <p:grpSp>
        <p:nvGrpSpPr>
          <p:cNvPr id="35" name="object 35" descr=""/>
          <p:cNvGrpSpPr/>
          <p:nvPr/>
        </p:nvGrpSpPr>
        <p:grpSpPr>
          <a:xfrm>
            <a:off x="2804795" y="6291326"/>
            <a:ext cx="1725930" cy="497205"/>
            <a:chOff x="2804795" y="6291326"/>
            <a:chExt cx="1725930" cy="497205"/>
          </a:xfrm>
        </p:grpSpPr>
        <p:pic>
          <p:nvPicPr>
            <p:cNvPr id="36" name="object 36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804795" y="6291326"/>
              <a:ext cx="1685925" cy="496824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249801" y="6291326"/>
              <a:ext cx="280415" cy="496824"/>
            </a:xfrm>
            <a:prstGeom prst="rect">
              <a:avLst/>
            </a:prstGeom>
          </p:spPr>
        </p:pic>
      </p:grpSp>
      <p:grpSp>
        <p:nvGrpSpPr>
          <p:cNvPr id="38" name="object 38" descr=""/>
          <p:cNvGrpSpPr/>
          <p:nvPr/>
        </p:nvGrpSpPr>
        <p:grpSpPr>
          <a:xfrm>
            <a:off x="2804795" y="7001509"/>
            <a:ext cx="11417935" cy="497205"/>
            <a:chOff x="2804795" y="7001509"/>
            <a:chExt cx="11417935" cy="497205"/>
          </a:xfrm>
        </p:grpSpPr>
        <p:pic>
          <p:nvPicPr>
            <p:cNvPr id="39" name="object 39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804795" y="7001509"/>
              <a:ext cx="1850008" cy="496823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548505" y="7001509"/>
              <a:ext cx="2063877" cy="496823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6482460" y="7001509"/>
              <a:ext cx="2660395" cy="496823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9046210" y="7001509"/>
              <a:ext cx="628650" cy="496823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9588753" y="7001509"/>
              <a:ext cx="3457067" cy="496823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2943332" y="7001509"/>
              <a:ext cx="1248156" cy="496823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3941805" y="7001509"/>
              <a:ext cx="280415" cy="496823"/>
            </a:xfrm>
            <a:prstGeom prst="rect">
              <a:avLst/>
            </a:prstGeom>
          </p:spPr>
        </p:pic>
      </p:grpSp>
      <p:pic>
        <p:nvPicPr>
          <p:cNvPr id="46" name="object 46" descr="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373379" y="7673593"/>
            <a:ext cx="8498713" cy="697992"/>
          </a:xfrm>
          <a:prstGeom prst="rect">
            <a:avLst/>
          </a:prstGeom>
        </p:spPr>
      </p:pic>
      <p:grpSp>
        <p:nvGrpSpPr>
          <p:cNvPr id="47" name="object 47" descr=""/>
          <p:cNvGrpSpPr/>
          <p:nvPr/>
        </p:nvGrpSpPr>
        <p:grpSpPr>
          <a:xfrm>
            <a:off x="2639822" y="8651138"/>
            <a:ext cx="12047220" cy="497205"/>
            <a:chOff x="2639822" y="8651138"/>
            <a:chExt cx="12047220" cy="497205"/>
          </a:xfrm>
        </p:grpSpPr>
        <p:pic>
          <p:nvPicPr>
            <p:cNvPr id="48" name="object 48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2639822" y="8651138"/>
              <a:ext cx="2025142" cy="496823"/>
            </a:xfrm>
            <a:prstGeom prst="rect">
              <a:avLst/>
            </a:prstGeom>
          </p:spPr>
        </p:pic>
        <p:pic>
          <p:nvPicPr>
            <p:cNvPr id="49" name="object 49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4566539" y="8651138"/>
              <a:ext cx="1078991" cy="496823"/>
            </a:xfrm>
            <a:prstGeom prst="rect">
              <a:avLst/>
            </a:prstGeom>
          </p:spPr>
        </p:pic>
        <p:pic>
          <p:nvPicPr>
            <p:cNvPr id="50" name="object 50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5500751" y="8651138"/>
              <a:ext cx="1431671" cy="496823"/>
            </a:xfrm>
            <a:prstGeom prst="rect">
              <a:avLst/>
            </a:prstGeom>
          </p:spPr>
        </p:pic>
        <p:pic>
          <p:nvPicPr>
            <p:cNvPr id="51" name="object 51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854317" y="8651138"/>
              <a:ext cx="2882392" cy="496823"/>
            </a:xfrm>
            <a:prstGeom prst="rect">
              <a:avLst/>
            </a:prstGeom>
          </p:spPr>
        </p:pic>
        <p:pic>
          <p:nvPicPr>
            <p:cNvPr id="52" name="object 52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9655810" y="8651138"/>
              <a:ext cx="786383" cy="496823"/>
            </a:xfrm>
            <a:prstGeom prst="rect">
              <a:avLst/>
            </a:prstGeom>
          </p:spPr>
        </p:pic>
        <p:pic>
          <p:nvPicPr>
            <p:cNvPr id="53" name="object 53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0370565" y="8651138"/>
              <a:ext cx="1677289" cy="496823"/>
            </a:xfrm>
            <a:prstGeom prst="rect">
              <a:avLst/>
            </a:prstGeom>
          </p:spPr>
        </p:pic>
        <p:pic>
          <p:nvPicPr>
            <p:cNvPr id="54" name="object 54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1961622" y="8651138"/>
              <a:ext cx="2667000" cy="496823"/>
            </a:xfrm>
            <a:prstGeom prst="rect">
              <a:avLst/>
            </a:prstGeom>
          </p:spPr>
        </p:pic>
        <p:pic>
          <p:nvPicPr>
            <p:cNvPr id="55" name="object 55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4406372" y="8651138"/>
              <a:ext cx="280415" cy="496823"/>
            </a:xfrm>
            <a:prstGeom prst="rect">
              <a:avLst/>
            </a:prstGeom>
          </p:spPr>
        </p:pic>
      </p:grpSp>
      <p:sp>
        <p:nvSpPr>
          <p:cNvPr id="56" name="object 56" descr=""/>
          <p:cNvSpPr txBox="1"/>
          <p:nvPr/>
        </p:nvSpPr>
        <p:spPr>
          <a:xfrm>
            <a:off x="2275077" y="5523991"/>
            <a:ext cx="335915" cy="430657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77165">
              <a:lnSpc>
                <a:spcPct val="100000"/>
              </a:lnSpc>
              <a:spcBef>
                <a:spcPts val="110"/>
              </a:spcBef>
            </a:pPr>
            <a:r>
              <a:rPr dirty="0" sz="3250" spc="-5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3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60"/>
              </a:spcBef>
            </a:pPr>
            <a:endParaRPr sz="3250">
              <a:latin typeface="Arial"/>
              <a:cs typeface="Arial"/>
            </a:endParaRPr>
          </a:p>
          <a:p>
            <a:pPr marL="177165">
              <a:lnSpc>
                <a:spcPct val="100000"/>
              </a:lnSpc>
              <a:spcBef>
                <a:spcPts val="5"/>
              </a:spcBef>
            </a:pPr>
            <a:r>
              <a:rPr dirty="0" sz="3250" spc="-5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32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10"/>
              </a:spcBef>
            </a:pPr>
            <a:endParaRPr sz="3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3250" spc="-5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3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00"/>
              </a:spcBef>
            </a:pPr>
            <a:r>
              <a:rPr dirty="0" sz="3250" spc="-5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3250">
              <a:latin typeface="Arial"/>
              <a:cs typeface="Arial"/>
            </a:endParaRPr>
          </a:p>
        </p:txBody>
      </p:sp>
      <p:grpSp>
        <p:nvGrpSpPr>
          <p:cNvPr id="57" name="object 57" descr=""/>
          <p:cNvGrpSpPr/>
          <p:nvPr/>
        </p:nvGrpSpPr>
        <p:grpSpPr>
          <a:xfrm>
            <a:off x="2639822" y="9362541"/>
            <a:ext cx="9831070" cy="497205"/>
            <a:chOff x="2639822" y="9362541"/>
            <a:chExt cx="9831070" cy="497205"/>
          </a:xfrm>
        </p:grpSpPr>
        <p:pic>
          <p:nvPicPr>
            <p:cNvPr id="58" name="object 58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2639822" y="9362541"/>
              <a:ext cx="1501013" cy="497128"/>
            </a:xfrm>
            <a:prstGeom prst="rect">
              <a:avLst/>
            </a:prstGeom>
          </p:spPr>
        </p:pic>
        <p:pic>
          <p:nvPicPr>
            <p:cNvPr id="59" name="object 59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4052950" y="9362541"/>
              <a:ext cx="2778505" cy="497128"/>
            </a:xfrm>
            <a:prstGeom prst="rect">
              <a:avLst/>
            </a:prstGeom>
          </p:spPr>
        </p:pic>
        <p:pic>
          <p:nvPicPr>
            <p:cNvPr id="60" name="object 60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6726300" y="9362541"/>
              <a:ext cx="644651" cy="497128"/>
            </a:xfrm>
            <a:prstGeom prst="rect">
              <a:avLst/>
            </a:prstGeom>
          </p:spPr>
        </p:pic>
        <p:pic>
          <p:nvPicPr>
            <p:cNvPr id="61" name="object 61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7281037" y="9362541"/>
              <a:ext cx="1936750" cy="497128"/>
            </a:xfrm>
            <a:prstGeom prst="rect">
              <a:avLst/>
            </a:prstGeom>
          </p:spPr>
        </p:pic>
        <p:pic>
          <p:nvPicPr>
            <p:cNvPr id="62" name="object 62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9102217" y="9362541"/>
              <a:ext cx="3308477" cy="497128"/>
            </a:xfrm>
            <a:prstGeom prst="rect">
              <a:avLst/>
            </a:prstGeom>
          </p:spPr>
        </p:pic>
        <p:pic>
          <p:nvPicPr>
            <p:cNvPr id="63" name="object 63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2190222" y="9362541"/>
              <a:ext cx="280416" cy="49712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28313" y="8547671"/>
            <a:ext cx="1469136" cy="142124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38380" y="0"/>
            <a:ext cx="5849620" cy="4553331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6542785"/>
            <a:ext cx="5314061" cy="3744211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53484" y="692480"/>
            <a:ext cx="8527033" cy="6982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38276" y="1908632"/>
            <a:ext cx="7014209" cy="698296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2440051" y="3031363"/>
            <a:ext cx="170815" cy="5232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250" spc="-5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325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2804795" y="3086735"/>
            <a:ext cx="13650594" cy="497205"/>
            <a:chOff x="2804795" y="3086735"/>
            <a:chExt cx="13650594" cy="497205"/>
          </a:xfrm>
        </p:grpSpPr>
        <p:pic>
          <p:nvPicPr>
            <p:cNvPr id="10" name="object 1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04795" y="3086735"/>
              <a:ext cx="1709038" cy="496824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96105" y="3086735"/>
              <a:ext cx="2112645" cy="496824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69685" y="3086735"/>
              <a:ext cx="1870837" cy="496824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154670" y="3086735"/>
              <a:ext cx="786383" cy="496824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869426" y="3086735"/>
              <a:ext cx="1247775" cy="496824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994138" y="3086735"/>
              <a:ext cx="3061461" cy="496824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906755" y="3086735"/>
              <a:ext cx="1078992" cy="496824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3842491" y="3086735"/>
              <a:ext cx="2544063" cy="496824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6174465" y="3086735"/>
              <a:ext cx="280415" cy="496824"/>
            </a:xfrm>
            <a:prstGeom prst="rect">
              <a:avLst/>
            </a:prstGeom>
          </p:spPr>
        </p:pic>
      </p:grpSp>
      <p:pic>
        <p:nvPicPr>
          <p:cNvPr id="19" name="object 19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38276" y="4101084"/>
            <a:ext cx="6653530" cy="697991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2440051" y="5223128"/>
            <a:ext cx="170815" cy="5232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250" spc="-5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3250">
              <a:latin typeface="Arial"/>
              <a:cs typeface="Arial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2804795" y="5278577"/>
            <a:ext cx="11033125" cy="497205"/>
            <a:chOff x="2804795" y="5278577"/>
            <a:chExt cx="11033125" cy="497205"/>
          </a:xfrm>
        </p:grpSpPr>
        <p:pic>
          <p:nvPicPr>
            <p:cNvPr id="22" name="object 22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804795" y="5278577"/>
              <a:ext cx="1958085" cy="497128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639945" y="5278577"/>
              <a:ext cx="557784" cy="497128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043805" y="5278577"/>
              <a:ext cx="1072514" cy="497128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901817" y="5278577"/>
              <a:ext cx="420624" cy="497128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112129" y="5278577"/>
              <a:ext cx="1807463" cy="497128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843773" y="5278577"/>
              <a:ext cx="2143760" cy="497128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9899650" y="5278577"/>
              <a:ext cx="1133855" cy="497128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0931651" y="5278577"/>
              <a:ext cx="1930527" cy="497128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2774167" y="5278577"/>
              <a:ext cx="956310" cy="497128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3539215" y="5278577"/>
              <a:ext cx="298703" cy="497128"/>
            </a:xfrm>
            <a:prstGeom prst="rect">
              <a:avLst/>
            </a:prstGeom>
          </p:spPr>
        </p:pic>
      </p:grpSp>
      <p:grpSp>
        <p:nvGrpSpPr>
          <p:cNvPr id="32" name="object 32" descr=""/>
          <p:cNvGrpSpPr/>
          <p:nvPr/>
        </p:nvGrpSpPr>
        <p:grpSpPr>
          <a:xfrm>
            <a:off x="7534402" y="5990590"/>
            <a:ext cx="4505325" cy="497205"/>
            <a:chOff x="7534402" y="5990590"/>
            <a:chExt cx="4505325" cy="497205"/>
          </a:xfrm>
        </p:grpSpPr>
        <p:pic>
          <p:nvPicPr>
            <p:cNvPr id="33" name="object 33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534402" y="5990590"/>
              <a:ext cx="420624" cy="496824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744714" y="5990590"/>
              <a:ext cx="4294758" cy="496824"/>
            </a:xfrm>
            <a:prstGeom prst="rect">
              <a:avLst/>
            </a:prstGeom>
          </p:spPr>
        </p:pic>
      </p:grpSp>
      <p:grpSp>
        <p:nvGrpSpPr>
          <p:cNvPr id="35" name="object 35" descr=""/>
          <p:cNvGrpSpPr/>
          <p:nvPr/>
        </p:nvGrpSpPr>
        <p:grpSpPr>
          <a:xfrm>
            <a:off x="7444485" y="6700773"/>
            <a:ext cx="4681855" cy="497205"/>
            <a:chOff x="7444485" y="6700773"/>
            <a:chExt cx="4681855" cy="497205"/>
          </a:xfrm>
        </p:grpSpPr>
        <p:pic>
          <p:nvPicPr>
            <p:cNvPr id="36" name="object 36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444485" y="6700773"/>
              <a:ext cx="420624" cy="496824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654797" y="6700773"/>
              <a:ext cx="4471288" cy="496824"/>
            </a:xfrm>
            <a:prstGeom prst="rect">
              <a:avLst/>
            </a:prstGeom>
          </p:spPr>
        </p:pic>
      </p:grpSp>
      <p:grpSp>
        <p:nvGrpSpPr>
          <p:cNvPr id="38" name="object 38" descr=""/>
          <p:cNvGrpSpPr/>
          <p:nvPr/>
        </p:nvGrpSpPr>
        <p:grpSpPr>
          <a:xfrm>
            <a:off x="8375650" y="7412431"/>
            <a:ext cx="2826385" cy="497205"/>
            <a:chOff x="8375650" y="7412431"/>
            <a:chExt cx="2826385" cy="497205"/>
          </a:xfrm>
        </p:grpSpPr>
        <p:pic>
          <p:nvPicPr>
            <p:cNvPr id="39" name="object 39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375650" y="7412431"/>
              <a:ext cx="420624" cy="497128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8585961" y="7412431"/>
              <a:ext cx="2615565" cy="497128"/>
            </a:xfrm>
            <a:prstGeom prst="rect">
              <a:avLst/>
            </a:prstGeom>
          </p:spPr>
        </p:pic>
      </p:grpSp>
      <p:pic>
        <p:nvPicPr>
          <p:cNvPr id="41" name="object 41" descr="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538276" y="7937575"/>
            <a:ext cx="5678551" cy="698296"/>
          </a:xfrm>
          <a:prstGeom prst="rect">
            <a:avLst/>
          </a:prstGeom>
        </p:spPr>
      </p:pic>
      <p:sp>
        <p:nvSpPr>
          <p:cNvPr id="42" name="object 42" descr=""/>
          <p:cNvSpPr txBox="1"/>
          <p:nvPr/>
        </p:nvSpPr>
        <p:spPr>
          <a:xfrm>
            <a:off x="2440051" y="8816746"/>
            <a:ext cx="170815" cy="5232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3250" spc="-5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3250">
              <a:latin typeface="Arial"/>
              <a:cs typeface="Arial"/>
            </a:endParaRPr>
          </a:p>
        </p:txBody>
      </p:sp>
      <p:pic>
        <p:nvPicPr>
          <p:cNvPr id="43" name="object 43" descr="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2804795" y="8872118"/>
            <a:ext cx="1677034" cy="496823"/>
          </a:xfrm>
          <a:prstGeom prst="rect">
            <a:avLst/>
          </a:prstGeom>
        </p:spPr>
      </p:pic>
      <p:pic>
        <p:nvPicPr>
          <p:cNvPr id="44" name="object 44" descr="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4621657" y="8872118"/>
            <a:ext cx="1421002" cy="496823"/>
          </a:xfrm>
          <a:prstGeom prst="rect">
            <a:avLst/>
          </a:prstGeom>
        </p:spPr>
      </p:pic>
      <p:pic>
        <p:nvPicPr>
          <p:cNvPr id="45" name="object 45" descr="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6185280" y="8872118"/>
            <a:ext cx="2484754" cy="496823"/>
          </a:xfrm>
          <a:prstGeom prst="rect">
            <a:avLst/>
          </a:prstGeom>
        </p:spPr>
      </p:pic>
      <p:pic>
        <p:nvPicPr>
          <p:cNvPr id="46" name="object 46" descr="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8823706" y="8872118"/>
            <a:ext cx="843279" cy="496823"/>
          </a:xfrm>
          <a:prstGeom prst="rect">
            <a:avLst/>
          </a:prstGeom>
        </p:spPr>
      </p:pic>
      <p:pic>
        <p:nvPicPr>
          <p:cNvPr id="47" name="object 47" descr="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9835642" y="8872118"/>
            <a:ext cx="1747266" cy="496823"/>
          </a:xfrm>
          <a:prstGeom prst="rect">
            <a:avLst/>
          </a:prstGeom>
        </p:spPr>
      </p:pic>
      <p:pic>
        <p:nvPicPr>
          <p:cNvPr id="48" name="object 48" descr="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11743943" y="8872118"/>
            <a:ext cx="2261361" cy="496823"/>
          </a:xfrm>
          <a:prstGeom prst="rect">
            <a:avLst/>
          </a:prstGeom>
        </p:spPr>
      </p:pic>
      <p:pic>
        <p:nvPicPr>
          <p:cNvPr id="49" name="object 49" descr="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14135354" y="8872118"/>
            <a:ext cx="651509" cy="496823"/>
          </a:xfrm>
          <a:prstGeom prst="rect">
            <a:avLst/>
          </a:prstGeom>
        </p:spPr>
      </p:pic>
      <p:pic>
        <p:nvPicPr>
          <p:cNvPr id="50" name="object 50" descr="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14949169" y="8872118"/>
            <a:ext cx="2541397" cy="496823"/>
          </a:xfrm>
          <a:prstGeom prst="rect">
            <a:avLst/>
          </a:prstGeom>
        </p:spPr>
      </p:pic>
      <p:grpSp>
        <p:nvGrpSpPr>
          <p:cNvPr id="51" name="object 51" descr=""/>
          <p:cNvGrpSpPr/>
          <p:nvPr/>
        </p:nvGrpSpPr>
        <p:grpSpPr>
          <a:xfrm>
            <a:off x="2804795" y="9583826"/>
            <a:ext cx="1873250" cy="497205"/>
            <a:chOff x="2804795" y="9583826"/>
            <a:chExt cx="1873250" cy="497205"/>
          </a:xfrm>
        </p:grpSpPr>
        <p:pic>
          <p:nvPicPr>
            <p:cNvPr id="52" name="object 52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2804795" y="9583826"/>
              <a:ext cx="1820418" cy="496823"/>
            </a:xfrm>
            <a:prstGeom prst="rect">
              <a:avLst/>
            </a:prstGeom>
          </p:spPr>
        </p:pic>
        <p:pic>
          <p:nvPicPr>
            <p:cNvPr id="53" name="object 53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397629" y="9583826"/>
              <a:ext cx="280415" cy="4968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28313" y="8547671"/>
            <a:ext cx="1469136" cy="142124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38380" y="0"/>
            <a:ext cx="5849620" cy="4553331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6542785"/>
            <a:ext cx="5314061" cy="3744211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60590" y="692480"/>
            <a:ext cx="3125088" cy="6982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38581" y="2067814"/>
            <a:ext cx="2393441" cy="697992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2804795" y="3245485"/>
            <a:ext cx="14459585" cy="497205"/>
            <a:chOff x="2804795" y="3245485"/>
            <a:chExt cx="14459585" cy="497205"/>
          </a:xfrm>
        </p:grpSpPr>
        <p:pic>
          <p:nvPicPr>
            <p:cNvPr id="9" name="object 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04795" y="3245485"/>
              <a:ext cx="3487928" cy="496824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70041" y="3245485"/>
              <a:ext cx="2452878" cy="496824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526526" y="3245485"/>
              <a:ext cx="628650" cy="496824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069070" y="3245485"/>
              <a:ext cx="3082798" cy="496824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041124" y="3245485"/>
              <a:ext cx="2345562" cy="496824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4277086" y="3245485"/>
              <a:ext cx="1078992" cy="496824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212822" y="3245485"/>
              <a:ext cx="1967611" cy="496824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983709" y="3245485"/>
              <a:ext cx="280415" cy="496824"/>
            </a:xfrm>
            <a:prstGeom prst="rect">
              <a:avLst/>
            </a:prstGeom>
          </p:spPr>
        </p:pic>
      </p:grpSp>
      <p:sp>
        <p:nvSpPr>
          <p:cNvPr id="17" name="object 17" descr=""/>
          <p:cNvSpPr txBox="1"/>
          <p:nvPr/>
        </p:nvSpPr>
        <p:spPr>
          <a:xfrm>
            <a:off x="2440051" y="2975839"/>
            <a:ext cx="170815" cy="1449070"/>
          </a:xfrm>
          <a:prstGeom prst="rect">
            <a:avLst/>
          </a:prstGeom>
        </p:spPr>
        <p:txBody>
          <a:bodyPr wrap="square" lIns="0" tIns="2286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dirty="0" sz="3250" spc="-5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3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05"/>
              </a:spcBef>
            </a:pPr>
            <a:r>
              <a:rPr dirty="0" sz="3250" spc="-5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3250">
              <a:latin typeface="Arial"/>
              <a:cs typeface="Arial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2804795" y="3957192"/>
            <a:ext cx="13898880" cy="497205"/>
            <a:chOff x="2804795" y="3957192"/>
            <a:chExt cx="13898880" cy="497205"/>
          </a:xfrm>
        </p:grpSpPr>
        <p:pic>
          <p:nvPicPr>
            <p:cNvPr id="19" name="object 19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804795" y="3957192"/>
              <a:ext cx="2025142" cy="496824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731385" y="3957192"/>
              <a:ext cx="1411732" cy="496824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067933" y="3957192"/>
              <a:ext cx="2535682" cy="496824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517382" y="3957192"/>
              <a:ext cx="3004820" cy="496824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1446763" y="3957192"/>
              <a:ext cx="1421002" cy="496824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2755879" y="3957192"/>
              <a:ext cx="2372487" cy="496824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5036038" y="3957192"/>
              <a:ext cx="1078992" cy="496824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5971774" y="3957192"/>
              <a:ext cx="676655" cy="496824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422878" y="3957192"/>
              <a:ext cx="280415" cy="496824"/>
            </a:xfrm>
            <a:prstGeom prst="rect">
              <a:avLst/>
            </a:prstGeom>
          </p:spPr>
        </p:pic>
      </p:grpSp>
      <p:pic>
        <p:nvPicPr>
          <p:cNvPr id="28" name="object 28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493166" y="5430977"/>
            <a:ext cx="8220964" cy="698296"/>
          </a:xfrm>
          <a:prstGeom prst="rect">
            <a:avLst/>
          </a:prstGeom>
        </p:spPr>
      </p:pic>
      <p:grpSp>
        <p:nvGrpSpPr>
          <p:cNvPr id="29" name="object 29" descr=""/>
          <p:cNvGrpSpPr/>
          <p:nvPr/>
        </p:nvGrpSpPr>
        <p:grpSpPr>
          <a:xfrm>
            <a:off x="2759964" y="6430390"/>
            <a:ext cx="8829675" cy="497205"/>
            <a:chOff x="2759964" y="6430390"/>
            <a:chExt cx="8829675" cy="497205"/>
          </a:xfrm>
        </p:grpSpPr>
        <p:pic>
          <p:nvPicPr>
            <p:cNvPr id="30" name="object 30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759964" y="6430390"/>
              <a:ext cx="1580641" cy="496824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241292" y="6430390"/>
              <a:ext cx="1980691" cy="496824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102350" y="6430390"/>
              <a:ext cx="1921128" cy="496824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908290" y="6430390"/>
              <a:ext cx="1078992" cy="496824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8844026" y="6430390"/>
              <a:ext cx="2688717" cy="496824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308715" y="6430390"/>
              <a:ext cx="280416" cy="496824"/>
            </a:xfrm>
            <a:prstGeom prst="rect">
              <a:avLst/>
            </a:prstGeom>
          </p:spPr>
        </p:pic>
      </p:grpSp>
      <p:sp>
        <p:nvSpPr>
          <p:cNvPr id="36" name="object 36" descr=""/>
          <p:cNvSpPr txBox="1"/>
          <p:nvPr/>
        </p:nvSpPr>
        <p:spPr>
          <a:xfrm>
            <a:off x="2395220" y="6160744"/>
            <a:ext cx="170815" cy="1449070"/>
          </a:xfrm>
          <a:prstGeom prst="rect">
            <a:avLst/>
          </a:prstGeom>
        </p:spPr>
        <p:txBody>
          <a:bodyPr wrap="square" lIns="0" tIns="2286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dirty="0" sz="3250" spc="-5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3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05"/>
              </a:spcBef>
            </a:pPr>
            <a:r>
              <a:rPr dirty="0" sz="3250" spc="-5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3250">
              <a:latin typeface="Arial"/>
              <a:cs typeface="Arial"/>
            </a:endParaRPr>
          </a:p>
        </p:txBody>
      </p:sp>
      <p:grpSp>
        <p:nvGrpSpPr>
          <p:cNvPr id="37" name="object 37" descr=""/>
          <p:cNvGrpSpPr/>
          <p:nvPr/>
        </p:nvGrpSpPr>
        <p:grpSpPr>
          <a:xfrm>
            <a:off x="2759964" y="7142098"/>
            <a:ext cx="9624695" cy="497205"/>
            <a:chOff x="2759964" y="7142098"/>
            <a:chExt cx="9624695" cy="497205"/>
          </a:xfrm>
        </p:grpSpPr>
        <p:pic>
          <p:nvPicPr>
            <p:cNvPr id="38" name="object 38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759964" y="7142098"/>
              <a:ext cx="1780032" cy="496824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440936" y="7142098"/>
              <a:ext cx="906272" cy="496824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244084" y="7142098"/>
              <a:ext cx="2582671" cy="496824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691882" y="7142098"/>
              <a:ext cx="1514221" cy="496824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9080627" y="7142098"/>
              <a:ext cx="1133475" cy="496824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0112375" y="7142098"/>
              <a:ext cx="1158240" cy="496824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1106022" y="7142098"/>
              <a:ext cx="1247775" cy="496824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104243" y="7142098"/>
              <a:ext cx="280416" cy="49682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866519" cy="1276603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84440" y="8616188"/>
            <a:ext cx="4010279" cy="167080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93921" y="4072763"/>
            <a:ext cx="12266295" cy="2149093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7696581"/>
            <a:ext cx="3258947" cy="259041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792960" y="0"/>
            <a:ext cx="3495040" cy="309105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363E4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640" y="356997"/>
            <a:ext cx="1316227" cy="1204341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62860" y="959180"/>
            <a:ext cx="1768729" cy="114965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21963" y="205104"/>
            <a:ext cx="1328801" cy="1328801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5637148" y="908145"/>
            <a:ext cx="1851660" cy="171450"/>
          </a:xfrm>
          <a:custGeom>
            <a:avLst/>
            <a:gdLst/>
            <a:ahLst/>
            <a:cxnLst/>
            <a:rect l="l" t="t" r="r" b="b"/>
            <a:pathLst>
              <a:path w="1851659" h="171450">
                <a:moveTo>
                  <a:pt x="1793802" y="85693"/>
                </a:moveTo>
                <a:lnTo>
                  <a:pt x="1733930" y="138080"/>
                </a:lnTo>
                <a:lnTo>
                  <a:pt x="1729349" y="144053"/>
                </a:lnTo>
                <a:lnTo>
                  <a:pt x="1727469" y="151098"/>
                </a:lnTo>
                <a:lnTo>
                  <a:pt x="1728376" y="158333"/>
                </a:lnTo>
                <a:lnTo>
                  <a:pt x="1732152" y="164877"/>
                </a:lnTo>
                <a:lnTo>
                  <a:pt x="1738125" y="169513"/>
                </a:lnTo>
                <a:lnTo>
                  <a:pt x="1745170" y="171386"/>
                </a:lnTo>
                <a:lnTo>
                  <a:pt x="1752405" y="170449"/>
                </a:lnTo>
                <a:lnTo>
                  <a:pt x="1758950" y="166655"/>
                </a:lnTo>
                <a:lnTo>
                  <a:pt x="1829765" y="104679"/>
                </a:lnTo>
                <a:lnTo>
                  <a:pt x="1822703" y="104679"/>
                </a:lnTo>
                <a:lnTo>
                  <a:pt x="1822703" y="99980"/>
                </a:lnTo>
                <a:lnTo>
                  <a:pt x="1810130" y="99980"/>
                </a:lnTo>
                <a:lnTo>
                  <a:pt x="1793802" y="85693"/>
                </a:lnTo>
                <a:close/>
              </a:path>
              <a:path w="1851659" h="171450">
                <a:moveTo>
                  <a:pt x="1771958" y="66579"/>
                </a:moveTo>
                <a:lnTo>
                  <a:pt x="0" y="66579"/>
                </a:lnTo>
                <a:lnTo>
                  <a:pt x="0" y="104679"/>
                </a:lnTo>
                <a:lnTo>
                  <a:pt x="1772103" y="104679"/>
                </a:lnTo>
                <a:lnTo>
                  <a:pt x="1793802" y="85693"/>
                </a:lnTo>
                <a:lnTo>
                  <a:pt x="1771958" y="66579"/>
                </a:lnTo>
                <a:close/>
              </a:path>
              <a:path w="1851659" h="171450">
                <a:moveTo>
                  <a:pt x="1829731" y="66579"/>
                </a:moveTo>
                <a:lnTo>
                  <a:pt x="1822703" y="66579"/>
                </a:lnTo>
                <a:lnTo>
                  <a:pt x="1822703" y="104679"/>
                </a:lnTo>
                <a:lnTo>
                  <a:pt x="1829765" y="104679"/>
                </a:lnTo>
                <a:lnTo>
                  <a:pt x="1851532" y="85629"/>
                </a:lnTo>
                <a:lnTo>
                  <a:pt x="1829731" y="66579"/>
                </a:lnTo>
                <a:close/>
              </a:path>
              <a:path w="1851659" h="171450">
                <a:moveTo>
                  <a:pt x="1810130" y="71405"/>
                </a:moveTo>
                <a:lnTo>
                  <a:pt x="1793802" y="85693"/>
                </a:lnTo>
                <a:lnTo>
                  <a:pt x="1810130" y="99980"/>
                </a:lnTo>
                <a:lnTo>
                  <a:pt x="1810130" y="71405"/>
                </a:lnTo>
                <a:close/>
              </a:path>
              <a:path w="1851659" h="171450">
                <a:moveTo>
                  <a:pt x="1822703" y="71405"/>
                </a:moveTo>
                <a:lnTo>
                  <a:pt x="1810130" y="71405"/>
                </a:lnTo>
                <a:lnTo>
                  <a:pt x="1810130" y="99980"/>
                </a:lnTo>
                <a:lnTo>
                  <a:pt x="1822703" y="99980"/>
                </a:lnTo>
                <a:lnTo>
                  <a:pt x="1822703" y="71405"/>
                </a:lnTo>
                <a:close/>
              </a:path>
              <a:path w="1851659" h="171450">
                <a:moveTo>
                  <a:pt x="1745170" y="0"/>
                </a:moveTo>
                <a:lnTo>
                  <a:pt x="1738125" y="1873"/>
                </a:lnTo>
                <a:lnTo>
                  <a:pt x="1732152" y="6508"/>
                </a:lnTo>
                <a:lnTo>
                  <a:pt x="1728376" y="13053"/>
                </a:lnTo>
                <a:lnTo>
                  <a:pt x="1727469" y="20288"/>
                </a:lnTo>
                <a:lnTo>
                  <a:pt x="1729349" y="27332"/>
                </a:lnTo>
                <a:lnTo>
                  <a:pt x="1733930" y="33305"/>
                </a:lnTo>
                <a:lnTo>
                  <a:pt x="1793802" y="85693"/>
                </a:lnTo>
                <a:lnTo>
                  <a:pt x="1810130" y="71405"/>
                </a:lnTo>
                <a:lnTo>
                  <a:pt x="1822703" y="71405"/>
                </a:lnTo>
                <a:lnTo>
                  <a:pt x="1822703" y="66579"/>
                </a:lnTo>
                <a:lnTo>
                  <a:pt x="1829731" y="66579"/>
                </a:lnTo>
                <a:lnTo>
                  <a:pt x="1758950" y="4730"/>
                </a:lnTo>
                <a:lnTo>
                  <a:pt x="1752405" y="936"/>
                </a:lnTo>
                <a:lnTo>
                  <a:pt x="174517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878202" y="890793"/>
            <a:ext cx="1953895" cy="171450"/>
          </a:xfrm>
          <a:custGeom>
            <a:avLst/>
            <a:gdLst/>
            <a:ahLst/>
            <a:cxnLst/>
            <a:rect l="l" t="t" r="r" b="b"/>
            <a:pathLst>
              <a:path w="1953895" h="171450">
                <a:moveTo>
                  <a:pt x="1895456" y="85709"/>
                </a:moveTo>
                <a:lnTo>
                  <a:pt x="1835658" y="138033"/>
                </a:lnTo>
                <a:lnTo>
                  <a:pt x="1831093" y="144008"/>
                </a:lnTo>
                <a:lnTo>
                  <a:pt x="1829244" y="151066"/>
                </a:lnTo>
                <a:lnTo>
                  <a:pt x="1830157" y="158339"/>
                </a:lnTo>
                <a:lnTo>
                  <a:pt x="1833880" y="164957"/>
                </a:lnTo>
                <a:lnTo>
                  <a:pt x="1839926" y="169521"/>
                </a:lnTo>
                <a:lnTo>
                  <a:pt x="1847008" y="171370"/>
                </a:lnTo>
                <a:lnTo>
                  <a:pt x="1854257" y="170457"/>
                </a:lnTo>
                <a:lnTo>
                  <a:pt x="1860804" y="166735"/>
                </a:lnTo>
                <a:lnTo>
                  <a:pt x="1931619" y="104759"/>
                </a:lnTo>
                <a:lnTo>
                  <a:pt x="1924431" y="104759"/>
                </a:lnTo>
                <a:lnTo>
                  <a:pt x="1924431" y="100060"/>
                </a:lnTo>
                <a:lnTo>
                  <a:pt x="1911858" y="100060"/>
                </a:lnTo>
                <a:lnTo>
                  <a:pt x="1895456" y="85709"/>
                </a:lnTo>
                <a:close/>
              </a:path>
              <a:path w="1953895" h="171450">
                <a:moveTo>
                  <a:pt x="1873685" y="66659"/>
                </a:moveTo>
                <a:lnTo>
                  <a:pt x="0" y="66659"/>
                </a:lnTo>
                <a:lnTo>
                  <a:pt x="0" y="104759"/>
                </a:lnTo>
                <a:lnTo>
                  <a:pt x="1873685" y="104759"/>
                </a:lnTo>
                <a:lnTo>
                  <a:pt x="1895456" y="85709"/>
                </a:lnTo>
                <a:lnTo>
                  <a:pt x="1873685" y="66659"/>
                </a:lnTo>
                <a:close/>
              </a:path>
              <a:path w="1953895" h="171450">
                <a:moveTo>
                  <a:pt x="1931619" y="66659"/>
                </a:moveTo>
                <a:lnTo>
                  <a:pt x="1924431" y="66659"/>
                </a:lnTo>
                <a:lnTo>
                  <a:pt x="1924431" y="104759"/>
                </a:lnTo>
                <a:lnTo>
                  <a:pt x="1931619" y="104759"/>
                </a:lnTo>
                <a:lnTo>
                  <a:pt x="1953387" y="85709"/>
                </a:lnTo>
                <a:lnTo>
                  <a:pt x="1931619" y="66659"/>
                </a:lnTo>
                <a:close/>
              </a:path>
              <a:path w="1953895" h="171450">
                <a:moveTo>
                  <a:pt x="1911858" y="71358"/>
                </a:moveTo>
                <a:lnTo>
                  <a:pt x="1895456" y="85709"/>
                </a:lnTo>
                <a:lnTo>
                  <a:pt x="1911858" y="100060"/>
                </a:lnTo>
                <a:lnTo>
                  <a:pt x="1911858" y="71358"/>
                </a:lnTo>
                <a:close/>
              </a:path>
              <a:path w="1953895" h="171450">
                <a:moveTo>
                  <a:pt x="1924431" y="71358"/>
                </a:moveTo>
                <a:lnTo>
                  <a:pt x="1911858" y="71358"/>
                </a:lnTo>
                <a:lnTo>
                  <a:pt x="1911858" y="100060"/>
                </a:lnTo>
                <a:lnTo>
                  <a:pt x="1924431" y="100060"/>
                </a:lnTo>
                <a:lnTo>
                  <a:pt x="1924431" y="71358"/>
                </a:lnTo>
                <a:close/>
              </a:path>
              <a:path w="1953895" h="171450">
                <a:moveTo>
                  <a:pt x="1847008" y="0"/>
                </a:moveTo>
                <a:lnTo>
                  <a:pt x="1839926" y="1879"/>
                </a:lnTo>
                <a:lnTo>
                  <a:pt x="1833880" y="6461"/>
                </a:lnTo>
                <a:lnTo>
                  <a:pt x="1830157" y="13007"/>
                </a:lnTo>
                <a:lnTo>
                  <a:pt x="1829244" y="20256"/>
                </a:lnTo>
                <a:lnTo>
                  <a:pt x="1831093" y="27338"/>
                </a:lnTo>
                <a:lnTo>
                  <a:pt x="1835658" y="33385"/>
                </a:lnTo>
                <a:lnTo>
                  <a:pt x="1895456" y="85709"/>
                </a:lnTo>
                <a:lnTo>
                  <a:pt x="1911858" y="71358"/>
                </a:lnTo>
                <a:lnTo>
                  <a:pt x="1924431" y="71358"/>
                </a:lnTo>
                <a:lnTo>
                  <a:pt x="1924431" y="66659"/>
                </a:lnTo>
                <a:lnTo>
                  <a:pt x="1931619" y="66659"/>
                </a:lnTo>
                <a:lnTo>
                  <a:pt x="1860804" y="4683"/>
                </a:lnTo>
                <a:lnTo>
                  <a:pt x="1854257" y="906"/>
                </a:lnTo>
                <a:lnTo>
                  <a:pt x="18470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74258" y="1086269"/>
            <a:ext cx="1278255" cy="1022565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775193" y="205104"/>
            <a:ext cx="1328801" cy="1328801"/>
          </a:xfrm>
          <a:prstGeom prst="rect">
            <a:avLst/>
          </a:prstGeom>
        </p:spPr>
      </p:pic>
      <p:sp>
        <p:nvSpPr>
          <p:cNvPr id="10" name="object 10" descr=""/>
          <p:cNvSpPr/>
          <p:nvPr/>
        </p:nvSpPr>
        <p:spPr>
          <a:xfrm>
            <a:off x="9295003" y="890793"/>
            <a:ext cx="1851660" cy="171450"/>
          </a:xfrm>
          <a:custGeom>
            <a:avLst/>
            <a:gdLst/>
            <a:ahLst/>
            <a:cxnLst/>
            <a:rect l="l" t="t" r="r" b="b"/>
            <a:pathLst>
              <a:path w="1851659" h="171450">
                <a:moveTo>
                  <a:pt x="1793729" y="85709"/>
                </a:moveTo>
                <a:lnTo>
                  <a:pt x="1733930" y="138033"/>
                </a:lnTo>
                <a:lnTo>
                  <a:pt x="1729295" y="144008"/>
                </a:lnTo>
                <a:lnTo>
                  <a:pt x="1727422" y="151066"/>
                </a:lnTo>
                <a:lnTo>
                  <a:pt x="1728358" y="158339"/>
                </a:lnTo>
                <a:lnTo>
                  <a:pt x="1732152" y="164957"/>
                </a:lnTo>
                <a:lnTo>
                  <a:pt x="1738125" y="169521"/>
                </a:lnTo>
                <a:lnTo>
                  <a:pt x="1745170" y="171370"/>
                </a:lnTo>
                <a:lnTo>
                  <a:pt x="1752405" y="170457"/>
                </a:lnTo>
                <a:lnTo>
                  <a:pt x="1758950" y="166735"/>
                </a:lnTo>
                <a:lnTo>
                  <a:pt x="1829765" y="104759"/>
                </a:lnTo>
                <a:lnTo>
                  <a:pt x="1822703" y="104759"/>
                </a:lnTo>
                <a:lnTo>
                  <a:pt x="1822703" y="100060"/>
                </a:lnTo>
                <a:lnTo>
                  <a:pt x="1810130" y="100060"/>
                </a:lnTo>
                <a:lnTo>
                  <a:pt x="1793729" y="85709"/>
                </a:lnTo>
                <a:close/>
              </a:path>
              <a:path w="1851659" h="171450">
                <a:moveTo>
                  <a:pt x="1771958" y="66659"/>
                </a:moveTo>
                <a:lnTo>
                  <a:pt x="0" y="66659"/>
                </a:lnTo>
                <a:lnTo>
                  <a:pt x="0" y="104759"/>
                </a:lnTo>
                <a:lnTo>
                  <a:pt x="1771958" y="104759"/>
                </a:lnTo>
                <a:lnTo>
                  <a:pt x="1793729" y="85709"/>
                </a:lnTo>
                <a:lnTo>
                  <a:pt x="1771958" y="66659"/>
                </a:lnTo>
                <a:close/>
              </a:path>
              <a:path w="1851659" h="171450">
                <a:moveTo>
                  <a:pt x="1829765" y="66659"/>
                </a:moveTo>
                <a:lnTo>
                  <a:pt x="1822703" y="66659"/>
                </a:lnTo>
                <a:lnTo>
                  <a:pt x="1822703" y="104759"/>
                </a:lnTo>
                <a:lnTo>
                  <a:pt x="1829765" y="104759"/>
                </a:lnTo>
                <a:lnTo>
                  <a:pt x="1851532" y="85709"/>
                </a:lnTo>
                <a:lnTo>
                  <a:pt x="1829765" y="66659"/>
                </a:lnTo>
                <a:close/>
              </a:path>
              <a:path w="1851659" h="171450">
                <a:moveTo>
                  <a:pt x="1810130" y="71358"/>
                </a:moveTo>
                <a:lnTo>
                  <a:pt x="1793729" y="85709"/>
                </a:lnTo>
                <a:lnTo>
                  <a:pt x="1810130" y="100060"/>
                </a:lnTo>
                <a:lnTo>
                  <a:pt x="1810130" y="71358"/>
                </a:lnTo>
                <a:close/>
              </a:path>
              <a:path w="1851659" h="171450">
                <a:moveTo>
                  <a:pt x="1822703" y="71358"/>
                </a:moveTo>
                <a:lnTo>
                  <a:pt x="1810130" y="71358"/>
                </a:lnTo>
                <a:lnTo>
                  <a:pt x="1810130" y="100060"/>
                </a:lnTo>
                <a:lnTo>
                  <a:pt x="1822703" y="100060"/>
                </a:lnTo>
                <a:lnTo>
                  <a:pt x="1822703" y="71358"/>
                </a:lnTo>
                <a:close/>
              </a:path>
              <a:path w="1851659" h="171450">
                <a:moveTo>
                  <a:pt x="1745170" y="0"/>
                </a:moveTo>
                <a:lnTo>
                  <a:pt x="1738125" y="1879"/>
                </a:lnTo>
                <a:lnTo>
                  <a:pt x="1732152" y="6461"/>
                </a:lnTo>
                <a:lnTo>
                  <a:pt x="1728358" y="13007"/>
                </a:lnTo>
                <a:lnTo>
                  <a:pt x="1727422" y="20256"/>
                </a:lnTo>
                <a:lnTo>
                  <a:pt x="1729295" y="27338"/>
                </a:lnTo>
                <a:lnTo>
                  <a:pt x="1733930" y="33385"/>
                </a:lnTo>
                <a:lnTo>
                  <a:pt x="1793729" y="85709"/>
                </a:lnTo>
                <a:lnTo>
                  <a:pt x="1810130" y="71358"/>
                </a:lnTo>
                <a:lnTo>
                  <a:pt x="1822703" y="71358"/>
                </a:lnTo>
                <a:lnTo>
                  <a:pt x="1822703" y="66659"/>
                </a:lnTo>
                <a:lnTo>
                  <a:pt x="1829765" y="66659"/>
                </a:lnTo>
                <a:lnTo>
                  <a:pt x="1758950" y="4683"/>
                </a:lnTo>
                <a:lnTo>
                  <a:pt x="1752405" y="906"/>
                </a:lnTo>
                <a:lnTo>
                  <a:pt x="174517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" name="object 1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390380" y="1233728"/>
            <a:ext cx="1620139" cy="581228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268075" y="205231"/>
            <a:ext cx="1392301" cy="1392301"/>
          </a:xfrm>
          <a:prstGeom prst="rect">
            <a:avLst/>
          </a:prstGeom>
        </p:spPr>
      </p:pic>
      <p:grpSp>
        <p:nvGrpSpPr>
          <p:cNvPr id="13" name="object 13" descr=""/>
          <p:cNvGrpSpPr/>
          <p:nvPr/>
        </p:nvGrpSpPr>
        <p:grpSpPr>
          <a:xfrm>
            <a:off x="12643357" y="23114"/>
            <a:ext cx="5641975" cy="4720590"/>
            <a:chOff x="12643357" y="23114"/>
            <a:chExt cx="5641975" cy="4720590"/>
          </a:xfrm>
        </p:grpSpPr>
        <p:sp>
          <p:nvSpPr>
            <p:cNvPr id="14" name="object 14" descr=""/>
            <p:cNvSpPr/>
            <p:nvPr/>
          </p:nvSpPr>
          <p:spPr>
            <a:xfrm>
              <a:off x="12851383" y="908145"/>
              <a:ext cx="988060" cy="171450"/>
            </a:xfrm>
            <a:custGeom>
              <a:avLst/>
              <a:gdLst/>
              <a:ahLst/>
              <a:cxnLst/>
              <a:rect l="l" t="t" r="r" b="b"/>
              <a:pathLst>
                <a:path w="988059" h="171450">
                  <a:moveTo>
                    <a:pt x="930075" y="85693"/>
                  </a:moveTo>
                  <a:lnTo>
                    <a:pt x="870204" y="138080"/>
                  </a:lnTo>
                  <a:lnTo>
                    <a:pt x="865639" y="144053"/>
                  </a:lnTo>
                  <a:lnTo>
                    <a:pt x="863790" y="151098"/>
                  </a:lnTo>
                  <a:lnTo>
                    <a:pt x="864703" y="158333"/>
                  </a:lnTo>
                  <a:lnTo>
                    <a:pt x="868426" y="164877"/>
                  </a:lnTo>
                  <a:lnTo>
                    <a:pt x="874472" y="169513"/>
                  </a:lnTo>
                  <a:lnTo>
                    <a:pt x="881554" y="171386"/>
                  </a:lnTo>
                  <a:lnTo>
                    <a:pt x="888803" y="170449"/>
                  </a:lnTo>
                  <a:lnTo>
                    <a:pt x="895350" y="166655"/>
                  </a:lnTo>
                  <a:lnTo>
                    <a:pt x="966165" y="104679"/>
                  </a:lnTo>
                  <a:lnTo>
                    <a:pt x="958977" y="104679"/>
                  </a:lnTo>
                  <a:lnTo>
                    <a:pt x="958977" y="99980"/>
                  </a:lnTo>
                  <a:lnTo>
                    <a:pt x="946404" y="99980"/>
                  </a:lnTo>
                  <a:lnTo>
                    <a:pt x="930075" y="85693"/>
                  </a:lnTo>
                  <a:close/>
                </a:path>
                <a:path w="988059" h="171450">
                  <a:moveTo>
                    <a:pt x="908231" y="66579"/>
                  </a:moveTo>
                  <a:lnTo>
                    <a:pt x="0" y="66579"/>
                  </a:lnTo>
                  <a:lnTo>
                    <a:pt x="0" y="104679"/>
                  </a:lnTo>
                  <a:lnTo>
                    <a:pt x="908376" y="104679"/>
                  </a:lnTo>
                  <a:lnTo>
                    <a:pt x="930075" y="85693"/>
                  </a:lnTo>
                  <a:lnTo>
                    <a:pt x="908231" y="66579"/>
                  </a:lnTo>
                  <a:close/>
                </a:path>
                <a:path w="988059" h="171450">
                  <a:moveTo>
                    <a:pt x="966131" y="66579"/>
                  </a:moveTo>
                  <a:lnTo>
                    <a:pt x="958977" y="66579"/>
                  </a:lnTo>
                  <a:lnTo>
                    <a:pt x="958977" y="104679"/>
                  </a:lnTo>
                  <a:lnTo>
                    <a:pt x="966165" y="104679"/>
                  </a:lnTo>
                  <a:lnTo>
                    <a:pt x="987933" y="85629"/>
                  </a:lnTo>
                  <a:lnTo>
                    <a:pt x="966131" y="66579"/>
                  </a:lnTo>
                  <a:close/>
                </a:path>
                <a:path w="988059" h="171450">
                  <a:moveTo>
                    <a:pt x="946404" y="71405"/>
                  </a:moveTo>
                  <a:lnTo>
                    <a:pt x="930075" y="85693"/>
                  </a:lnTo>
                  <a:lnTo>
                    <a:pt x="946404" y="99980"/>
                  </a:lnTo>
                  <a:lnTo>
                    <a:pt x="946404" y="71405"/>
                  </a:lnTo>
                  <a:close/>
                </a:path>
                <a:path w="988059" h="171450">
                  <a:moveTo>
                    <a:pt x="958977" y="71405"/>
                  </a:moveTo>
                  <a:lnTo>
                    <a:pt x="946404" y="71405"/>
                  </a:lnTo>
                  <a:lnTo>
                    <a:pt x="946404" y="99980"/>
                  </a:lnTo>
                  <a:lnTo>
                    <a:pt x="958977" y="99980"/>
                  </a:lnTo>
                  <a:lnTo>
                    <a:pt x="958977" y="71405"/>
                  </a:lnTo>
                  <a:close/>
                </a:path>
                <a:path w="988059" h="171450">
                  <a:moveTo>
                    <a:pt x="881554" y="0"/>
                  </a:moveTo>
                  <a:lnTo>
                    <a:pt x="874472" y="1873"/>
                  </a:lnTo>
                  <a:lnTo>
                    <a:pt x="868426" y="6508"/>
                  </a:lnTo>
                  <a:lnTo>
                    <a:pt x="864703" y="13053"/>
                  </a:lnTo>
                  <a:lnTo>
                    <a:pt x="863790" y="20288"/>
                  </a:lnTo>
                  <a:lnTo>
                    <a:pt x="865639" y="27332"/>
                  </a:lnTo>
                  <a:lnTo>
                    <a:pt x="870204" y="33305"/>
                  </a:lnTo>
                  <a:lnTo>
                    <a:pt x="930075" y="85693"/>
                  </a:lnTo>
                  <a:lnTo>
                    <a:pt x="946404" y="71405"/>
                  </a:lnTo>
                  <a:lnTo>
                    <a:pt x="958977" y="71405"/>
                  </a:lnTo>
                  <a:lnTo>
                    <a:pt x="958977" y="66579"/>
                  </a:lnTo>
                  <a:lnTo>
                    <a:pt x="966131" y="66579"/>
                  </a:lnTo>
                  <a:lnTo>
                    <a:pt x="895350" y="4730"/>
                  </a:lnTo>
                  <a:lnTo>
                    <a:pt x="888803" y="936"/>
                  </a:lnTo>
                  <a:lnTo>
                    <a:pt x="8815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537056" y="23114"/>
              <a:ext cx="1906650" cy="1906651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643357" y="1192263"/>
              <a:ext cx="1418717" cy="532015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15249397" y="1929765"/>
              <a:ext cx="1156335" cy="908050"/>
            </a:xfrm>
            <a:custGeom>
              <a:avLst/>
              <a:gdLst/>
              <a:ahLst/>
              <a:cxnLst/>
              <a:rect l="l" t="t" r="r" b="b"/>
              <a:pathLst>
                <a:path w="1156334" h="908050">
                  <a:moveTo>
                    <a:pt x="1081229" y="866523"/>
                  </a:moveTo>
                  <a:lnTo>
                    <a:pt x="1030732" y="869568"/>
                  </a:lnTo>
                  <a:lnTo>
                    <a:pt x="1012825" y="889761"/>
                  </a:lnTo>
                  <a:lnTo>
                    <a:pt x="1014765" y="897022"/>
                  </a:lnTo>
                  <a:lnTo>
                    <a:pt x="1019206" y="902795"/>
                  </a:lnTo>
                  <a:lnTo>
                    <a:pt x="1025505" y="906496"/>
                  </a:lnTo>
                  <a:lnTo>
                    <a:pt x="1033017" y="907541"/>
                  </a:lnTo>
                  <a:lnTo>
                    <a:pt x="1155827" y="900176"/>
                  </a:lnTo>
                  <a:lnTo>
                    <a:pt x="1155302" y="897508"/>
                  </a:lnTo>
                  <a:lnTo>
                    <a:pt x="1121282" y="897508"/>
                  </a:lnTo>
                  <a:lnTo>
                    <a:pt x="1081229" y="866523"/>
                  </a:lnTo>
                  <a:close/>
                </a:path>
                <a:path w="1156334" h="908050">
                  <a:moveTo>
                    <a:pt x="1110005" y="864788"/>
                  </a:moveTo>
                  <a:lnTo>
                    <a:pt x="1081229" y="866523"/>
                  </a:lnTo>
                  <a:lnTo>
                    <a:pt x="1121282" y="897508"/>
                  </a:lnTo>
                  <a:lnTo>
                    <a:pt x="1130108" y="886078"/>
                  </a:lnTo>
                  <a:lnTo>
                    <a:pt x="1114171" y="886078"/>
                  </a:lnTo>
                  <a:lnTo>
                    <a:pt x="1110005" y="864788"/>
                  </a:lnTo>
                  <a:close/>
                </a:path>
                <a:path w="1156334" h="908050">
                  <a:moveTo>
                    <a:pt x="1109725" y="764412"/>
                  </a:moveTo>
                  <a:lnTo>
                    <a:pt x="1102758" y="767316"/>
                  </a:lnTo>
                  <a:lnTo>
                    <a:pt x="1097613" y="772493"/>
                  </a:lnTo>
                  <a:lnTo>
                    <a:pt x="1094777" y="779218"/>
                  </a:lnTo>
                  <a:lnTo>
                    <a:pt x="1094740" y="786764"/>
                  </a:lnTo>
                  <a:lnTo>
                    <a:pt x="1104453" y="836412"/>
                  </a:lnTo>
                  <a:lnTo>
                    <a:pt x="1144523" y="867409"/>
                  </a:lnTo>
                  <a:lnTo>
                    <a:pt x="1121282" y="897508"/>
                  </a:lnTo>
                  <a:lnTo>
                    <a:pt x="1155302" y="897508"/>
                  </a:lnTo>
                  <a:lnTo>
                    <a:pt x="1132078" y="779399"/>
                  </a:lnTo>
                  <a:lnTo>
                    <a:pt x="1129192" y="772431"/>
                  </a:lnTo>
                  <a:lnTo>
                    <a:pt x="1124045" y="767286"/>
                  </a:lnTo>
                  <a:lnTo>
                    <a:pt x="1117326" y="764450"/>
                  </a:lnTo>
                  <a:lnTo>
                    <a:pt x="1109725" y="764412"/>
                  </a:lnTo>
                  <a:close/>
                </a:path>
                <a:path w="1156334" h="908050">
                  <a:moveTo>
                    <a:pt x="1131823" y="863473"/>
                  </a:moveTo>
                  <a:lnTo>
                    <a:pt x="1110005" y="864788"/>
                  </a:lnTo>
                  <a:lnTo>
                    <a:pt x="1114171" y="886078"/>
                  </a:lnTo>
                  <a:lnTo>
                    <a:pt x="1131823" y="863473"/>
                  </a:lnTo>
                  <a:close/>
                </a:path>
                <a:path w="1156334" h="908050">
                  <a:moveTo>
                    <a:pt x="1139434" y="863473"/>
                  </a:moveTo>
                  <a:lnTo>
                    <a:pt x="1131823" y="863473"/>
                  </a:lnTo>
                  <a:lnTo>
                    <a:pt x="1114171" y="886078"/>
                  </a:lnTo>
                  <a:lnTo>
                    <a:pt x="1130108" y="886078"/>
                  </a:lnTo>
                  <a:lnTo>
                    <a:pt x="1144523" y="867409"/>
                  </a:lnTo>
                  <a:lnTo>
                    <a:pt x="1139434" y="863473"/>
                  </a:lnTo>
                  <a:close/>
                </a:path>
                <a:path w="1156334" h="908050">
                  <a:moveTo>
                    <a:pt x="23240" y="0"/>
                  </a:moveTo>
                  <a:lnTo>
                    <a:pt x="0" y="30099"/>
                  </a:lnTo>
                  <a:lnTo>
                    <a:pt x="1081229" y="866523"/>
                  </a:lnTo>
                  <a:lnTo>
                    <a:pt x="1110005" y="864788"/>
                  </a:lnTo>
                  <a:lnTo>
                    <a:pt x="1104453" y="836412"/>
                  </a:lnTo>
                  <a:lnTo>
                    <a:pt x="23240" y="0"/>
                  </a:lnTo>
                  <a:close/>
                </a:path>
                <a:path w="1156334" h="908050">
                  <a:moveTo>
                    <a:pt x="1104453" y="836412"/>
                  </a:moveTo>
                  <a:lnTo>
                    <a:pt x="1110005" y="864788"/>
                  </a:lnTo>
                  <a:lnTo>
                    <a:pt x="1131823" y="863473"/>
                  </a:lnTo>
                  <a:lnTo>
                    <a:pt x="1139434" y="863473"/>
                  </a:lnTo>
                  <a:lnTo>
                    <a:pt x="1104453" y="8364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443707" y="2551556"/>
              <a:ext cx="2841625" cy="2191638"/>
            </a:xfrm>
            <a:prstGeom prst="rect">
              <a:avLst/>
            </a:prstGeom>
          </p:spPr>
        </p:pic>
      </p:grpSp>
      <p:pic>
        <p:nvPicPr>
          <p:cNvPr id="19" name="object 19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5526694" y="5558790"/>
            <a:ext cx="841955" cy="1400557"/>
          </a:xfrm>
          <a:prstGeom prst="rect">
            <a:avLst/>
          </a:prstGeom>
        </p:spPr>
      </p:pic>
      <p:grpSp>
        <p:nvGrpSpPr>
          <p:cNvPr id="20" name="object 20" descr=""/>
          <p:cNvGrpSpPr/>
          <p:nvPr/>
        </p:nvGrpSpPr>
        <p:grpSpPr>
          <a:xfrm>
            <a:off x="0" y="4324096"/>
            <a:ext cx="5460365" cy="2251075"/>
            <a:chOff x="0" y="4324096"/>
            <a:chExt cx="5460365" cy="2251075"/>
          </a:xfrm>
        </p:grpSpPr>
        <p:pic>
          <p:nvPicPr>
            <p:cNvPr id="21" name="object 21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0" y="4324096"/>
              <a:ext cx="2171092" cy="2250820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1803653" y="4979193"/>
              <a:ext cx="1823085" cy="214629"/>
            </a:xfrm>
            <a:custGeom>
              <a:avLst/>
              <a:gdLst/>
              <a:ahLst/>
              <a:cxnLst/>
              <a:rect l="l" t="t" r="r" b="b"/>
              <a:pathLst>
                <a:path w="1823085" h="214629">
                  <a:moveTo>
                    <a:pt x="1750288" y="107156"/>
                  </a:moveTo>
                  <a:lnTo>
                    <a:pt x="1675510" y="172561"/>
                  </a:lnTo>
                  <a:lnTo>
                    <a:pt x="1669760" y="180068"/>
                  </a:lnTo>
                  <a:lnTo>
                    <a:pt x="1667414" y="188896"/>
                  </a:lnTo>
                  <a:lnTo>
                    <a:pt x="1668545" y="197939"/>
                  </a:lnTo>
                  <a:lnTo>
                    <a:pt x="1673224" y="206089"/>
                  </a:lnTo>
                  <a:lnTo>
                    <a:pt x="1680733" y="211839"/>
                  </a:lnTo>
                  <a:lnTo>
                    <a:pt x="1689576" y="214185"/>
                  </a:lnTo>
                  <a:lnTo>
                    <a:pt x="1698656" y="213054"/>
                  </a:lnTo>
                  <a:lnTo>
                    <a:pt x="1706880" y="208375"/>
                  </a:lnTo>
                  <a:lnTo>
                    <a:pt x="1795431" y="130905"/>
                  </a:lnTo>
                  <a:lnTo>
                    <a:pt x="1786382" y="130905"/>
                  </a:lnTo>
                  <a:lnTo>
                    <a:pt x="1786382" y="125063"/>
                  </a:lnTo>
                  <a:lnTo>
                    <a:pt x="1770760" y="125063"/>
                  </a:lnTo>
                  <a:lnTo>
                    <a:pt x="1750288" y="107156"/>
                  </a:lnTo>
                  <a:close/>
                </a:path>
                <a:path w="1823085" h="214629">
                  <a:moveTo>
                    <a:pt x="1722990" y="83280"/>
                  </a:moveTo>
                  <a:lnTo>
                    <a:pt x="0" y="83280"/>
                  </a:lnTo>
                  <a:lnTo>
                    <a:pt x="0" y="130905"/>
                  </a:lnTo>
                  <a:lnTo>
                    <a:pt x="1723135" y="130905"/>
                  </a:lnTo>
                  <a:lnTo>
                    <a:pt x="1750288" y="107156"/>
                  </a:lnTo>
                  <a:lnTo>
                    <a:pt x="1722990" y="83280"/>
                  </a:lnTo>
                  <a:close/>
                </a:path>
                <a:path w="1823085" h="214629">
                  <a:moveTo>
                    <a:pt x="1795320" y="83280"/>
                  </a:moveTo>
                  <a:lnTo>
                    <a:pt x="1786382" y="83280"/>
                  </a:lnTo>
                  <a:lnTo>
                    <a:pt x="1786382" y="130905"/>
                  </a:lnTo>
                  <a:lnTo>
                    <a:pt x="1795431" y="130905"/>
                  </a:lnTo>
                  <a:lnTo>
                    <a:pt x="1822576" y="107156"/>
                  </a:lnTo>
                  <a:lnTo>
                    <a:pt x="1795320" y="83280"/>
                  </a:lnTo>
                  <a:close/>
                </a:path>
                <a:path w="1823085" h="214629">
                  <a:moveTo>
                    <a:pt x="1770760" y="89249"/>
                  </a:moveTo>
                  <a:lnTo>
                    <a:pt x="1750288" y="107156"/>
                  </a:lnTo>
                  <a:lnTo>
                    <a:pt x="1770760" y="125063"/>
                  </a:lnTo>
                  <a:lnTo>
                    <a:pt x="1770760" y="89249"/>
                  </a:lnTo>
                  <a:close/>
                </a:path>
                <a:path w="1823085" h="214629">
                  <a:moveTo>
                    <a:pt x="1786382" y="89249"/>
                  </a:moveTo>
                  <a:lnTo>
                    <a:pt x="1770760" y="89249"/>
                  </a:lnTo>
                  <a:lnTo>
                    <a:pt x="1770760" y="125063"/>
                  </a:lnTo>
                  <a:lnTo>
                    <a:pt x="1786382" y="125063"/>
                  </a:lnTo>
                  <a:lnTo>
                    <a:pt x="1786382" y="89249"/>
                  </a:lnTo>
                  <a:close/>
                </a:path>
                <a:path w="1823085" h="214629">
                  <a:moveTo>
                    <a:pt x="1689576" y="0"/>
                  </a:moveTo>
                  <a:lnTo>
                    <a:pt x="1680733" y="2345"/>
                  </a:lnTo>
                  <a:lnTo>
                    <a:pt x="1673224" y="8096"/>
                  </a:lnTo>
                  <a:lnTo>
                    <a:pt x="1668545" y="16301"/>
                  </a:lnTo>
                  <a:lnTo>
                    <a:pt x="1667414" y="25352"/>
                  </a:lnTo>
                  <a:lnTo>
                    <a:pt x="1669760" y="34188"/>
                  </a:lnTo>
                  <a:lnTo>
                    <a:pt x="1675510" y="41751"/>
                  </a:lnTo>
                  <a:lnTo>
                    <a:pt x="1750288" y="107156"/>
                  </a:lnTo>
                  <a:lnTo>
                    <a:pt x="1770760" y="89249"/>
                  </a:lnTo>
                  <a:lnTo>
                    <a:pt x="1786382" y="89249"/>
                  </a:lnTo>
                  <a:lnTo>
                    <a:pt x="1786382" y="83280"/>
                  </a:lnTo>
                  <a:lnTo>
                    <a:pt x="1795320" y="83280"/>
                  </a:lnTo>
                  <a:lnTo>
                    <a:pt x="1706880" y="5810"/>
                  </a:lnTo>
                  <a:lnTo>
                    <a:pt x="1698656" y="1131"/>
                  </a:lnTo>
                  <a:lnTo>
                    <a:pt x="16895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626230" y="4619752"/>
              <a:ext cx="1833752" cy="1833752"/>
            </a:xfrm>
            <a:prstGeom prst="rect">
              <a:avLst/>
            </a:prstGeom>
          </p:spPr>
        </p:pic>
      </p:grpSp>
      <p:grpSp>
        <p:nvGrpSpPr>
          <p:cNvPr id="24" name="object 24" descr=""/>
          <p:cNvGrpSpPr/>
          <p:nvPr/>
        </p:nvGrpSpPr>
        <p:grpSpPr>
          <a:xfrm>
            <a:off x="5714746" y="4683378"/>
            <a:ext cx="3336290" cy="1891664"/>
            <a:chOff x="5714746" y="4683378"/>
            <a:chExt cx="3336290" cy="1891664"/>
          </a:xfrm>
        </p:grpSpPr>
        <p:sp>
          <p:nvSpPr>
            <p:cNvPr id="25" name="object 25" descr=""/>
            <p:cNvSpPr/>
            <p:nvPr/>
          </p:nvSpPr>
          <p:spPr>
            <a:xfrm>
              <a:off x="5714746" y="5451760"/>
              <a:ext cx="1822450" cy="214629"/>
            </a:xfrm>
            <a:custGeom>
              <a:avLst/>
              <a:gdLst/>
              <a:ahLst/>
              <a:cxnLst/>
              <a:rect l="l" t="t" r="r" b="b"/>
              <a:pathLst>
                <a:path w="1822450" h="214629">
                  <a:moveTo>
                    <a:pt x="1750176" y="107042"/>
                  </a:moveTo>
                  <a:lnTo>
                    <a:pt x="1675383" y="172561"/>
                  </a:lnTo>
                  <a:lnTo>
                    <a:pt x="1669635" y="180050"/>
                  </a:lnTo>
                  <a:lnTo>
                    <a:pt x="1667303" y="188848"/>
                  </a:lnTo>
                  <a:lnTo>
                    <a:pt x="1668472" y="197885"/>
                  </a:lnTo>
                  <a:lnTo>
                    <a:pt x="1673225" y="206089"/>
                  </a:lnTo>
                  <a:lnTo>
                    <a:pt x="1680714" y="211839"/>
                  </a:lnTo>
                  <a:lnTo>
                    <a:pt x="1689512" y="214185"/>
                  </a:lnTo>
                  <a:lnTo>
                    <a:pt x="1698549" y="213054"/>
                  </a:lnTo>
                  <a:lnTo>
                    <a:pt x="1706752" y="208375"/>
                  </a:lnTo>
                  <a:lnTo>
                    <a:pt x="1795193" y="130905"/>
                  </a:lnTo>
                  <a:lnTo>
                    <a:pt x="1786381" y="130905"/>
                  </a:lnTo>
                  <a:lnTo>
                    <a:pt x="1786381" y="124936"/>
                  </a:lnTo>
                  <a:lnTo>
                    <a:pt x="1770633" y="124936"/>
                  </a:lnTo>
                  <a:lnTo>
                    <a:pt x="1750176" y="107042"/>
                  </a:lnTo>
                  <a:close/>
                </a:path>
                <a:path w="1822450" h="214629">
                  <a:moveTo>
                    <a:pt x="1723008" y="83280"/>
                  </a:moveTo>
                  <a:lnTo>
                    <a:pt x="0" y="83280"/>
                  </a:lnTo>
                  <a:lnTo>
                    <a:pt x="0" y="130905"/>
                  </a:lnTo>
                  <a:lnTo>
                    <a:pt x="1722936" y="130905"/>
                  </a:lnTo>
                  <a:lnTo>
                    <a:pt x="1750176" y="107042"/>
                  </a:lnTo>
                  <a:lnTo>
                    <a:pt x="1723008" y="83280"/>
                  </a:lnTo>
                  <a:close/>
                </a:path>
                <a:path w="1822450" h="214629">
                  <a:moveTo>
                    <a:pt x="1795304" y="83280"/>
                  </a:moveTo>
                  <a:lnTo>
                    <a:pt x="1786381" y="83280"/>
                  </a:lnTo>
                  <a:lnTo>
                    <a:pt x="1786381" y="130905"/>
                  </a:lnTo>
                  <a:lnTo>
                    <a:pt x="1795193" y="130905"/>
                  </a:lnTo>
                  <a:lnTo>
                    <a:pt x="1822450" y="107029"/>
                  </a:lnTo>
                  <a:lnTo>
                    <a:pt x="1795304" y="83280"/>
                  </a:lnTo>
                  <a:close/>
                </a:path>
                <a:path w="1822450" h="214629">
                  <a:moveTo>
                    <a:pt x="1770633" y="89122"/>
                  </a:moveTo>
                  <a:lnTo>
                    <a:pt x="1750176" y="107042"/>
                  </a:lnTo>
                  <a:lnTo>
                    <a:pt x="1770633" y="124936"/>
                  </a:lnTo>
                  <a:lnTo>
                    <a:pt x="1770633" y="89122"/>
                  </a:lnTo>
                  <a:close/>
                </a:path>
                <a:path w="1822450" h="214629">
                  <a:moveTo>
                    <a:pt x="1786381" y="89122"/>
                  </a:moveTo>
                  <a:lnTo>
                    <a:pt x="1770633" y="89122"/>
                  </a:lnTo>
                  <a:lnTo>
                    <a:pt x="1770633" y="124936"/>
                  </a:lnTo>
                  <a:lnTo>
                    <a:pt x="1786381" y="124936"/>
                  </a:lnTo>
                  <a:lnTo>
                    <a:pt x="1786381" y="89122"/>
                  </a:lnTo>
                  <a:close/>
                </a:path>
                <a:path w="1822450" h="214629">
                  <a:moveTo>
                    <a:pt x="1689512" y="0"/>
                  </a:moveTo>
                  <a:lnTo>
                    <a:pt x="1680714" y="2345"/>
                  </a:lnTo>
                  <a:lnTo>
                    <a:pt x="1673225" y="8096"/>
                  </a:lnTo>
                  <a:lnTo>
                    <a:pt x="1668472" y="16299"/>
                  </a:lnTo>
                  <a:lnTo>
                    <a:pt x="1667303" y="25336"/>
                  </a:lnTo>
                  <a:lnTo>
                    <a:pt x="1669635" y="34135"/>
                  </a:lnTo>
                  <a:lnTo>
                    <a:pt x="1675383" y="41624"/>
                  </a:lnTo>
                  <a:lnTo>
                    <a:pt x="1750176" y="107042"/>
                  </a:lnTo>
                  <a:lnTo>
                    <a:pt x="1770633" y="89122"/>
                  </a:lnTo>
                  <a:lnTo>
                    <a:pt x="1786381" y="89122"/>
                  </a:lnTo>
                  <a:lnTo>
                    <a:pt x="1786381" y="83280"/>
                  </a:lnTo>
                  <a:lnTo>
                    <a:pt x="1795304" y="83280"/>
                  </a:lnTo>
                  <a:lnTo>
                    <a:pt x="1706752" y="5810"/>
                  </a:lnTo>
                  <a:lnTo>
                    <a:pt x="1698549" y="1131"/>
                  </a:lnTo>
                  <a:lnTo>
                    <a:pt x="16895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159117" y="4683378"/>
              <a:ext cx="1891538" cy="1891538"/>
            </a:xfrm>
            <a:prstGeom prst="rect">
              <a:avLst/>
            </a:prstGeom>
          </p:spPr>
        </p:pic>
      </p:grpSp>
      <p:sp>
        <p:nvSpPr>
          <p:cNvPr id="27" name="object 27" descr=""/>
          <p:cNvSpPr/>
          <p:nvPr/>
        </p:nvSpPr>
        <p:spPr>
          <a:xfrm>
            <a:off x="9181592" y="5451760"/>
            <a:ext cx="1823085" cy="214629"/>
          </a:xfrm>
          <a:custGeom>
            <a:avLst/>
            <a:gdLst/>
            <a:ahLst/>
            <a:cxnLst/>
            <a:rect l="l" t="t" r="r" b="b"/>
            <a:pathLst>
              <a:path w="1823084" h="214629">
                <a:moveTo>
                  <a:pt x="1750303" y="107042"/>
                </a:moveTo>
                <a:lnTo>
                  <a:pt x="1675510" y="172561"/>
                </a:lnTo>
                <a:lnTo>
                  <a:pt x="1669760" y="180050"/>
                </a:lnTo>
                <a:lnTo>
                  <a:pt x="1667414" y="188848"/>
                </a:lnTo>
                <a:lnTo>
                  <a:pt x="1668545" y="197885"/>
                </a:lnTo>
                <a:lnTo>
                  <a:pt x="1673225" y="206089"/>
                </a:lnTo>
                <a:lnTo>
                  <a:pt x="1680787" y="211839"/>
                </a:lnTo>
                <a:lnTo>
                  <a:pt x="1689623" y="214185"/>
                </a:lnTo>
                <a:lnTo>
                  <a:pt x="1698674" y="213054"/>
                </a:lnTo>
                <a:lnTo>
                  <a:pt x="1706879" y="208375"/>
                </a:lnTo>
                <a:lnTo>
                  <a:pt x="1795320" y="130905"/>
                </a:lnTo>
                <a:lnTo>
                  <a:pt x="1786508" y="130905"/>
                </a:lnTo>
                <a:lnTo>
                  <a:pt x="1786508" y="124936"/>
                </a:lnTo>
                <a:lnTo>
                  <a:pt x="1770760" y="124936"/>
                </a:lnTo>
                <a:lnTo>
                  <a:pt x="1750303" y="107042"/>
                </a:lnTo>
                <a:close/>
              </a:path>
              <a:path w="1823084" h="214629">
                <a:moveTo>
                  <a:pt x="1723135" y="83280"/>
                </a:moveTo>
                <a:lnTo>
                  <a:pt x="0" y="83280"/>
                </a:lnTo>
                <a:lnTo>
                  <a:pt x="0" y="130905"/>
                </a:lnTo>
                <a:lnTo>
                  <a:pt x="1723063" y="130905"/>
                </a:lnTo>
                <a:lnTo>
                  <a:pt x="1750303" y="107042"/>
                </a:lnTo>
                <a:lnTo>
                  <a:pt x="1723135" y="83280"/>
                </a:lnTo>
                <a:close/>
              </a:path>
              <a:path w="1823084" h="214629">
                <a:moveTo>
                  <a:pt x="1795431" y="83280"/>
                </a:moveTo>
                <a:lnTo>
                  <a:pt x="1786508" y="83280"/>
                </a:lnTo>
                <a:lnTo>
                  <a:pt x="1786508" y="130905"/>
                </a:lnTo>
                <a:lnTo>
                  <a:pt x="1795320" y="130905"/>
                </a:lnTo>
                <a:lnTo>
                  <a:pt x="1822577" y="107029"/>
                </a:lnTo>
                <a:lnTo>
                  <a:pt x="1795431" y="83280"/>
                </a:lnTo>
                <a:close/>
              </a:path>
              <a:path w="1823084" h="214629">
                <a:moveTo>
                  <a:pt x="1770760" y="89122"/>
                </a:moveTo>
                <a:lnTo>
                  <a:pt x="1750303" y="107042"/>
                </a:lnTo>
                <a:lnTo>
                  <a:pt x="1770760" y="124936"/>
                </a:lnTo>
                <a:lnTo>
                  <a:pt x="1770760" y="89122"/>
                </a:lnTo>
                <a:close/>
              </a:path>
              <a:path w="1823084" h="214629">
                <a:moveTo>
                  <a:pt x="1786508" y="89122"/>
                </a:moveTo>
                <a:lnTo>
                  <a:pt x="1770760" y="89122"/>
                </a:lnTo>
                <a:lnTo>
                  <a:pt x="1770760" y="124936"/>
                </a:lnTo>
                <a:lnTo>
                  <a:pt x="1786508" y="124936"/>
                </a:lnTo>
                <a:lnTo>
                  <a:pt x="1786508" y="89122"/>
                </a:lnTo>
                <a:close/>
              </a:path>
              <a:path w="1823084" h="214629">
                <a:moveTo>
                  <a:pt x="1689623" y="0"/>
                </a:moveTo>
                <a:lnTo>
                  <a:pt x="1680787" y="2345"/>
                </a:lnTo>
                <a:lnTo>
                  <a:pt x="1673225" y="8096"/>
                </a:lnTo>
                <a:lnTo>
                  <a:pt x="1668545" y="16299"/>
                </a:lnTo>
                <a:lnTo>
                  <a:pt x="1667414" y="25336"/>
                </a:lnTo>
                <a:lnTo>
                  <a:pt x="1669760" y="34135"/>
                </a:lnTo>
                <a:lnTo>
                  <a:pt x="1675510" y="41624"/>
                </a:lnTo>
                <a:lnTo>
                  <a:pt x="1750303" y="107042"/>
                </a:lnTo>
                <a:lnTo>
                  <a:pt x="1770760" y="89122"/>
                </a:lnTo>
                <a:lnTo>
                  <a:pt x="1786508" y="89122"/>
                </a:lnTo>
                <a:lnTo>
                  <a:pt x="1786508" y="83280"/>
                </a:lnTo>
                <a:lnTo>
                  <a:pt x="1795431" y="83280"/>
                </a:lnTo>
                <a:lnTo>
                  <a:pt x="1706879" y="5810"/>
                </a:lnTo>
                <a:lnTo>
                  <a:pt x="1698674" y="1131"/>
                </a:lnTo>
                <a:lnTo>
                  <a:pt x="168962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8" name="object 28" descr=""/>
          <p:cNvGrpSpPr/>
          <p:nvPr/>
        </p:nvGrpSpPr>
        <p:grpSpPr>
          <a:xfrm>
            <a:off x="11273155" y="4434300"/>
            <a:ext cx="3976370" cy="2019300"/>
            <a:chOff x="11273155" y="4434300"/>
            <a:chExt cx="3976370" cy="2019300"/>
          </a:xfrm>
        </p:grpSpPr>
        <p:pic>
          <p:nvPicPr>
            <p:cNvPr id="29" name="object 29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1273155" y="4875276"/>
              <a:ext cx="1578228" cy="1578228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12886944" y="4434300"/>
              <a:ext cx="2362835" cy="1228725"/>
            </a:xfrm>
            <a:custGeom>
              <a:avLst/>
              <a:gdLst/>
              <a:ahLst/>
              <a:cxnLst/>
              <a:rect l="l" t="t" r="r" b="b"/>
              <a:pathLst>
                <a:path w="2362834" h="1228725">
                  <a:moveTo>
                    <a:pt x="2262654" y="62742"/>
                  </a:moveTo>
                  <a:lnTo>
                    <a:pt x="0" y="1185830"/>
                  </a:lnTo>
                  <a:lnTo>
                    <a:pt x="21208" y="1228502"/>
                  </a:lnTo>
                  <a:lnTo>
                    <a:pt x="2283750" y="105470"/>
                  </a:lnTo>
                  <a:lnTo>
                    <a:pt x="2297582" y="71945"/>
                  </a:lnTo>
                  <a:lnTo>
                    <a:pt x="2262654" y="62742"/>
                  </a:lnTo>
                  <a:close/>
                </a:path>
                <a:path w="2362834" h="1228725">
                  <a:moveTo>
                    <a:pt x="2342721" y="34575"/>
                  </a:moveTo>
                  <a:lnTo>
                    <a:pt x="2319400" y="34575"/>
                  </a:lnTo>
                  <a:lnTo>
                    <a:pt x="2340609" y="77247"/>
                  </a:lnTo>
                  <a:lnTo>
                    <a:pt x="2283750" y="105470"/>
                  </a:lnTo>
                  <a:lnTo>
                    <a:pt x="2259711" y="163734"/>
                  </a:lnTo>
                  <a:lnTo>
                    <a:pt x="2257931" y="173043"/>
                  </a:lnTo>
                  <a:lnTo>
                    <a:pt x="2259758" y="182006"/>
                  </a:lnTo>
                  <a:lnTo>
                    <a:pt x="2264800" y="189612"/>
                  </a:lnTo>
                  <a:lnTo>
                    <a:pt x="2272665" y="194849"/>
                  </a:lnTo>
                  <a:lnTo>
                    <a:pt x="2281955" y="196683"/>
                  </a:lnTo>
                  <a:lnTo>
                    <a:pt x="2290889" y="194849"/>
                  </a:lnTo>
                  <a:lnTo>
                    <a:pt x="2298489" y="189777"/>
                  </a:lnTo>
                  <a:lnTo>
                    <a:pt x="2303779" y="181895"/>
                  </a:lnTo>
                  <a:lnTo>
                    <a:pt x="2362454" y="39782"/>
                  </a:lnTo>
                  <a:lnTo>
                    <a:pt x="2342721" y="34575"/>
                  </a:lnTo>
                  <a:close/>
                </a:path>
                <a:path w="2362834" h="1228725">
                  <a:moveTo>
                    <a:pt x="2297582" y="71945"/>
                  </a:moveTo>
                  <a:lnTo>
                    <a:pt x="2283750" y="105470"/>
                  </a:lnTo>
                  <a:lnTo>
                    <a:pt x="2337283" y="78898"/>
                  </a:lnTo>
                  <a:lnTo>
                    <a:pt x="2323973" y="78898"/>
                  </a:lnTo>
                  <a:lnTo>
                    <a:pt x="2297582" y="71945"/>
                  </a:lnTo>
                  <a:close/>
                </a:path>
                <a:path w="2362834" h="1228725">
                  <a:moveTo>
                    <a:pt x="2307971" y="46767"/>
                  </a:moveTo>
                  <a:lnTo>
                    <a:pt x="2297582" y="71945"/>
                  </a:lnTo>
                  <a:lnTo>
                    <a:pt x="2323973" y="78898"/>
                  </a:lnTo>
                  <a:lnTo>
                    <a:pt x="2307971" y="46767"/>
                  </a:lnTo>
                  <a:close/>
                </a:path>
                <a:path w="2362834" h="1228725">
                  <a:moveTo>
                    <a:pt x="2325460" y="46767"/>
                  </a:moveTo>
                  <a:lnTo>
                    <a:pt x="2307971" y="46767"/>
                  </a:lnTo>
                  <a:lnTo>
                    <a:pt x="2323973" y="78898"/>
                  </a:lnTo>
                  <a:lnTo>
                    <a:pt x="2337283" y="78898"/>
                  </a:lnTo>
                  <a:lnTo>
                    <a:pt x="2340609" y="77247"/>
                  </a:lnTo>
                  <a:lnTo>
                    <a:pt x="2325460" y="46767"/>
                  </a:lnTo>
                  <a:close/>
                </a:path>
                <a:path w="2362834" h="1228725">
                  <a:moveTo>
                    <a:pt x="2319400" y="34575"/>
                  </a:moveTo>
                  <a:lnTo>
                    <a:pt x="2262654" y="62742"/>
                  </a:lnTo>
                  <a:lnTo>
                    <a:pt x="2297582" y="71945"/>
                  </a:lnTo>
                  <a:lnTo>
                    <a:pt x="2307971" y="46767"/>
                  </a:lnTo>
                  <a:lnTo>
                    <a:pt x="2325460" y="46767"/>
                  </a:lnTo>
                  <a:lnTo>
                    <a:pt x="2319400" y="34575"/>
                  </a:lnTo>
                  <a:close/>
                </a:path>
                <a:path w="2362834" h="1228725">
                  <a:moveTo>
                    <a:pt x="2204299" y="0"/>
                  </a:moveTo>
                  <a:lnTo>
                    <a:pt x="2195671" y="2984"/>
                  </a:lnTo>
                  <a:lnTo>
                    <a:pt x="2188805" y="8969"/>
                  </a:lnTo>
                  <a:lnTo>
                    <a:pt x="2184654" y="17430"/>
                  </a:lnTo>
                  <a:lnTo>
                    <a:pt x="2184060" y="26924"/>
                  </a:lnTo>
                  <a:lnTo>
                    <a:pt x="2187051" y="35560"/>
                  </a:lnTo>
                  <a:lnTo>
                    <a:pt x="2193065" y="42433"/>
                  </a:lnTo>
                  <a:lnTo>
                    <a:pt x="2201544" y="46640"/>
                  </a:lnTo>
                  <a:lnTo>
                    <a:pt x="2262654" y="62742"/>
                  </a:lnTo>
                  <a:lnTo>
                    <a:pt x="2319400" y="34575"/>
                  </a:lnTo>
                  <a:lnTo>
                    <a:pt x="2342721" y="34575"/>
                  </a:lnTo>
                  <a:lnTo>
                    <a:pt x="2213736" y="539"/>
                  </a:lnTo>
                  <a:lnTo>
                    <a:pt x="22042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3828776" y="5163438"/>
              <a:ext cx="839482" cy="790701"/>
            </a:xfrm>
            <a:prstGeom prst="rect">
              <a:avLst/>
            </a:prstGeom>
          </p:spPr>
        </p:pic>
      </p:grpSp>
      <p:sp>
        <p:nvSpPr>
          <p:cNvPr id="32" name="object 32" descr=""/>
          <p:cNvSpPr/>
          <p:nvPr/>
        </p:nvSpPr>
        <p:spPr>
          <a:xfrm>
            <a:off x="16321944" y="5183251"/>
            <a:ext cx="214629" cy="2185670"/>
          </a:xfrm>
          <a:custGeom>
            <a:avLst/>
            <a:gdLst/>
            <a:ahLst/>
            <a:cxnLst/>
            <a:rect l="l" t="t" r="r" b="b"/>
            <a:pathLst>
              <a:path w="214630" h="2185670">
                <a:moveTo>
                  <a:pt x="25336" y="2029936"/>
                </a:moveTo>
                <a:lnTo>
                  <a:pt x="16299" y="2031111"/>
                </a:lnTo>
                <a:lnTo>
                  <a:pt x="8096" y="2035810"/>
                </a:lnTo>
                <a:lnTo>
                  <a:pt x="2345" y="2043299"/>
                </a:lnTo>
                <a:lnTo>
                  <a:pt x="0" y="2052097"/>
                </a:lnTo>
                <a:lnTo>
                  <a:pt x="1131" y="2061134"/>
                </a:lnTo>
                <a:lnTo>
                  <a:pt x="5810" y="2069338"/>
                </a:lnTo>
                <a:lnTo>
                  <a:pt x="107029" y="2185162"/>
                </a:lnTo>
                <a:lnTo>
                  <a:pt x="138699" y="2148967"/>
                </a:lnTo>
                <a:lnTo>
                  <a:pt x="83280" y="2148967"/>
                </a:lnTo>
                <a:lnTo>
                  <a:pt x="83280" y="2085521"/>
                </a:lnTo>
                <a:lnTo>
                  <a:pt x="41624" y="2037969"/>
                </a:lnTo>
                <a:lnTo>
                  <a:pt x="34135" y="2032238"/>
                </a:lnTo>
                <a:lnTo>
                  <a:pt x="25336" y="2029936"/>
                </a:lnTo>
                <a:close/>
              </a:path>
              <a:path w="214630" h="2185670">
                <a:moveTo>
                  <a:pt x="83280" y="2085521"/>
                </a:moveTo>
                <a:lnTo>
                  <a:pt x="83280" y="2148967"/>
                </a:lnTo>
                <a:lnTo>
                  <a:pt x="130905" y="2148967"/>
                </a:lnTo>
                <a:lnTo>
                  <a:pt x="130905" y="2133219"/>
                </a:lnTo>
                <a:lnTo>
                  <a:pt x="89122" y="2133219"/>
                </a:lnTo>
                <a:lnTo>
                  <a:pt x="107092" y="2112704"/>
                </a:lnTo>
                <a:lnTo>
                  <a:pt x="83280" y="2085521"/>
                </a:lnTo>
                <a:close/>
              </a:path>
              <a:path w="214630" h="2185670">
                <a:moveTo>
                  <a:pt x="188848" y="2029936"/>
                </a:moveTo>
                <a:lnTo>
                  <a:pt x="180050" y="2032238"/>
                </a:lnTo>
                <a:lnTo>
                  <a:pt x="172561" y="2037969"/>
                </a:lnTo>
                <a:lnTo>
                  <a:pt x="130905" y="2085521"/>
                </a:lnTo>
                <a:lnTo>
                  <a:pt x="130905" y="2148967"/>
                </a:lnTo>
                <a:lnTo>
                  <a:pt x="138699" y="2148967"/>
                </a:lnTo>
                <a:lnTo>
                  <a:pt x="208375" y="2069338"/>
                </a:lnTo>
                <a:lnTo>
                  <a:pt x="213054" y="2061134"/>
                </a:lnTo>
                <a:lnTo>
                  <a:pt x="214185" y="2052097"/>
                </a:lnTo>
                <a:lnTo>
                  <a:pt x="211839" y="2043299"/>
                </a:lnTo>
                <a:lnTo>
                  <a:pt x="206089" y="2035810"/>
                </a:lnTo>
                <a:lnTo>
                  <a:pt x="197885" y="2031111"/>
                </a:lnTo>
                <a:lnTo>
                  <a:pt x="188848" y="2029936"/>
                </a:lnTo>
                <a:close/>
              </a:path>
              <a:path w="214630" h="2185670">
                <a:moveTo>
                  <a:pt x="107092" y="2112704"/>
                </a:moveTo>
                <a:lnTo>
                  <a:pt x="89122" y="2133219"/>
                </a:lnTo>
                <a:lnTo>
                  <a:pt x="125063" y="2133219"/>
                </a:lnTo>
                <a:lnTo>
                  <a:pt x="107092" y="2112704"/>
                </a:lnTo>
                <a:close/>
              </a:path>
              <a:path w="214630" h="2185670">
                <a:moveTo>
                  <a:pt x="130905" y="2085521"/>
                </a:moveTo>
                <a:lnTo>
                  <a:pt x="107092" y="2112704"/>
                </a:lnTo>
                <a:lnTo>
                  <a:pt x="125063" y="2133219"/>
                </a:lnTo>
                <a:lnTo>
                  <a:pt x="130905" y="2133219"/>
                </a:lnTo>
                <a:lnTo>
                  <a:pt x="130905" y="2085521"/>
                </a:lnTo>
                <a:close/>
              </a:path>
              <a:path w="214630" h="2185670">
                <a:moveTo>
                  <a:pt x="130905" y="0"/>
                </a:moveTo>
                <a:lnTo>
                  <a:pt x="83280" y="0"/>
                </a:lnTo>
                <a:lnTo>
                  <a:pt x="83280" y="2085521"/>
                </a:lnTo>
                <a:lnTo>
                  <a:pt x="107092" y="2112704"/>
                </a:lnTo>
                <a:lnTo>
                  <a:pt x="130905" y="2085521"/>
                </a:lnTo>
                <a:lnTo>
                  <a:pt x="13090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3" name="object 33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4925293" y="2368232"/>
            <a:ext cx="737501" cy="789114"/>
          </a:xfrm>
          <a:prstGeom prst="rect">
            <a:avLst/>
          </a:prstGeom>
        </p:spPr>
      </p:pic>
      <p:pic>
        <p:nvPicPr>
          <p:cNvPr id="34" name="object 34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5155798" y="7738681"/>
            <a:ext cx="2546350" cy="1075880"/>
          </a:xfrm>
          <a:prstGeom prst="rect">
            <a:avLst/>
          </a:prstGeom>
        </p:spPr>
      </p:pic>
      <p:sp>
        <p:nvSpPr>
          <p:cNvPr id="35" name="object 35" descr=""/>
          <p:cNvSpPr/>
          <p:nvPr/>
        </p:nvSpPr>
        <p:spPr>
          <a:xfrm>
            <a:off x="12851383" y="8169561"/>
            <a:ext cx="2122170" cy="214629"/>
          </a:xfrm>
          <a:custGeom>
            <a:avLst/>
            <a:gdLst/>
            <a:ahLst/>
            <a:cxnLst/>
            <a:rect l="l" t="t" r="r" b="b"/>
            <a:pathLst>
              <a:path w="2122169" h="214629">
                <a:moveTo>
                  <a:pt x="133064" y="0"/>
                </a:moveTo>
                <a:lnTo>
                  <a:pt x="124027" y="1131"/>
                </a:lnTo>
                <a:lnTo>
                  <a:pt x="115824" y="5810"/>
                </a:lnTo>
                <a:lnTo>
                  <a:pt x="0" y="107029"/>
                </a:lnTo>
                <a:lnTo>
                  <a:pt x="115824" y="208375"/>
                </a:lnTo>
                <a:lnTo>
                  <a:pt x="124027" y="213054"/>
                </a:lnTo>
                <a:lnTo>
                  <a:pt x="133064" y="214185"/>
                </a:lnTo>
                <a:lnTo>
                  <a:pt x="141862" y="211839"/>
                </a:lnTo>
                <a:lnTo>
                  <a:pt x="149351" y="206089"/>
                </a:lnTo>
                <a:lnTo>
                  <a:pt x="154050" y="197885"/>
                </a:lnTo>
                <a:lnTo>
                  <a:pt x="155225" y="188848"/>
                </a:lnTo>
                <a:lnTo>
                  <a:pt x="152923" y="180050"/>
                </a:lnTo>
                <a:lnTo>
                  <a:pt x="147193" y="172561"/>
                </a:lnTo>
                <a:lnTo>
                  <a:pt x="99640" y="130905"/>
                </a:lnTo>
                <a:lnTo>
                  <a:pt x="36195" y="130905"/>
                </a:lnTo>
                <a:lnTo>
                  <a:pt x="36195" y="83280"/>
                </a:lnTo>
                <a:lnTo>
                  <a:pt x="99640" y="83280"/>
                </a:lnTo>
                <a:lnTo>
                  <a:pt x="147193" y="41624"/>
                </a:lnTo>
                <a:lnTo>
                  <a:pt x="152923" y="34135"/>
                </a:lnTo>
                <a:lnTo>
                  <a:pt x="155225" y="25336"/>
                </a:lnTo>
                <a:lnTo>
                  <a:pt x="154050" y="16299"/>
                </a:lnTo>
                <a:lnTo>
                  <a:pt x="149351" y="8096"/>
                </a:lnTo>
                <a:lnTo>
                  <a:pt x="141862" y="2345"/>
                </a:lnTo>
                <a:lnTo>
                  <a:pt x="133064" y="0"/>
                </a:lnTo>
                <a:close/>
              </a:path>
              <a:path w="2122169" h="214629">
                <a:moveTo>
                  <a:pt x="99640" y="83280"/>
                </a:moveTo>
                <a:lnTo>
                  <a:pt x="36195" y="83280"/>
                </a:lnTo>
                <a:lnTo>
                  <a:pt x="36195" y="130905"/>
                </a:lnTo>
                <a:lnTo>
                  <a:pt x="99640" y="130905"/>
                </a:lnTo>
                <a:lnTo>
                  <a:pt x="92971" y="125063"/>
                </a:lnTo>
                <a:lnTo>
                  <a:pt x="51943" y="125063"/>
                </a:lnTo>
                <a:lnTo>
                  <a:pt x="51943" y="89122"/>
                </a:lnTo>
                <a:lnTo>
                  <a:pt x="92971" y="89122"/>
                </a:lnTo>
                <a:lnTo>
                  <a:pt x="99640" y="83280"/>
                </a:lnTo>
                <a:close/>
              </a:path>
              <a:path w="2122169" h="214629">
                <a:moveTo>
                  <a:pt x="2121916" y="83280"/>
                </a:moveTo>
                <a:lnTo>
                  <a:pt x="99640" y="83280"/>
                </a:lnTo>
                <a:lnTo>
                  <a:pt x="72457" y="107092"/>
                </a:lnTo>
                <a:lnTo>
                  <a:pt x="99640" y="130905"/>
                </a:lnTo>
                <a:lnTo>
                  <a:pt x="2121916" y="130905"/>
                </a:lnTo>
                <a:lnTo>
                  <a:pt x="2121916" y="83280"/>
                </a:lnTo>
                <a:close/>
              </a:path>
              <a:path w="2122169" h="214629">
                <a:moveTo>
                  <a:pt x="51943" y="89122"/>
                </a:moveTo>
                <a:lnTo>
                  <a:pt x="51943" y="125063"/>
                </a:lnTo>
                <a:lnTo>
                  <a:pt x="72457" y="107092"/>
                </a:lnTo>
                <a:lnTo>
                  <a:pt x="51943" y="89122"/>
                </a:lnTo>
                <a:close/>
              </a:path>
              <a:path w="2122169" h="214629">
                <a:moveTo>
                  <a:pt x="72457" y="107092"/>
                </a:moveTo>
                <a:lnTo>
                  <a:pt x="51943" y="125063"/>
                </a:lnTo>
                <a:lnTo>
                  <a:pt x="92971" y="125063"/>
                </a:lnTo>
                <a:lnTo>
                  <a:pt x="72457" y="107092"/>
                </a:lnTo>
                <a:close/>
              </a:path>
              <a:path w="2122169" h="214629">
                <a:moveTo>
                  <a:pt x="92971" y="89122"/>
                </a:moveTo>
                <a:lnTo>
                  <a:pt x="51943" y="89122"/>
                </a:lnTo>
                <a:lnTo>
                  <a:pt x="72457" y="107092"/>
                </a:lnTo>
                <a:lnTo>
                  <a:pt x="92971" y="8912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6" name="object 36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8879585" y="7656359"/>
            <a:ext cx="3841750" cy="1158201"/>
          </a:xfrm>
          <a:prstGeom prst="rect">
            <a:avLst/>
          </a:prstGeom>
        </p:spPr>
      </p:pic>
      <p:grpSp>
        <p:nvGrpSpPr>
          <p:cNvPr id="37" name="object 37" descr=""/>
          <p:cNvGrpSpPr/>
          <p:nvPr/>
        </p:nvGrpSpPr>
        <p:grpSpPr>
          <a:xfrm>
            <a:off x="3392678" y="7645590"/>
            <a:ext cx="5351780" cy="1169035"/>
            <a:chOff x="3392678" y="7645590"/>
            <a:chExt cx="5351780" cy="1169035"/>
          </a:xfrm>
        </p:grpSpPr>
        <p:sp>
          <p:nvSpPr>
            <p:cNvPr id="38" name="object 38" descr=""/>
            <p:cNvSpPr/>
            <p:nvPr/>
          </p:nvSpPr>
          <p:spPr>
            <a:xfrm>
              <a:off x="6241415" y="8110982"/>
              <a:ext cx="2503170" cy="238125"/>
            </a:xfrm>
            <a:custGeom>
              <a:avLst/>
              <a:gdLst/>
              <a:ahLst/>
              <a:cxnLst/>
              <a:rect l="l" t="t" r="r" b="b"/>
              <a:pathLst>
                <a:path w="2503170" h="238125">
                  <a:moveTo>
                    <a:pt x="2383790" y="0"/>
                  </a:moveTo>
                  <a:lnTo>
                    <a:pt x="2337423" y="9362"/>
                  </a:lnTo>
                  <a:lnTo>
                    <a:pt x="2299557" y="34893"/>
                  </a:lnTo>
                  <a:lnTo>
                    <a:pt x="2274026" y="72759"/>
                  </a:lnTo>
                  <a:lnTo>
                    <a:pt x="2264664" y="119126"/>
                  </a:lnTo>
                  <a:lnTo>
                    <a:pt x="2274026" y="165473"/>
                  </a:lnTo>
                  <a:lnTo>
                    <a:pt x="2299557" y="203295"/>
                  </a:lnTo>
                  <a:lnTo>
                    <a:pt x="2337423" y="228782"/>
                  </a:lnTo>
                  <a:lnTo>
                    <a:pt x="2383790" y="238125"/>
                  </a:lnTo>
                  <a:lnTo>
                    <a:pt x="2430137" y="228782"/>
                  </a:lnTo>
                  <a:lnTo>
                    <a:pt x="2467959" y="203295"/>
                  </a:lnTo>
                  <a:lnTo>
                    <a:pt x="2493446" y="165473"/>
                  </a:lnTo>
                  <a:lnTo>
                    <a:pt x="2498001" y="142875"/>
                  </a:lnTo>
                  <a:lnTo>
                    <a:pt x="2383790" y="142875"/>
                  </a:lnTo>
                  <a:lnTo>
                    <a:pt x="2383790" y="95250"/>
                  </a:lnTo>
                  <a:lnTo>
                    <a:pt x="2497978" y="95250"/>
                  </a:lnTo>
                  <a:lnTo>
                    <a:pt x="2493446" y="72759"/>
                  </a:lnTo>
                  <a:lnTo>
                    <a:pt x="2467959" y="34893"/>
                  </a:lnTo>
                  <a:lnTo>
                    <a:pt x="2430137" y="9362"/>
                  </a:lnTo>
                  <a:lnTo>
                    <a:pt x="2383790" y="0"/>
                  </a:lnTo>
                  <a:close/>
                </a:path>
                <a:path w="2503170" h="238125">
                  <a:moveTo>
                    <a:pt x="132937" y="11985"/>
                  </a:moveTo>
                  <a:lnTo>
                    <a:pt x="123900" y="13154"/>
                  </a:lnTo>
                  <a:lnTo>
                    <a:pt x="115697" y="17907"/>
                  </a:lnTo>
                  <a:lnTo>
                    <a:pt x="0" y="119126"/>
                  </a:lnTo>
                  <a:lnTo>
                    <a:pt x="115697" y="220345"/>
                  </a:lnTo>
                  <a:lnTo>
                    <a:pt x="123900" y="225044"/>
                  </a:lnTo>
                  <a:lnTo>
                    <a:pt x="132937" y="226218"/>
                  </a:lnTo>
                  <a:lnTo>
                    <a:pt x="141735" y="223916"/>
                  </a:lnTo>
                  <a:lnTo>
                    <a:pt x="149225" y="218186"/>
                  </a:lnTo>
                  <a:lnTo>
                    <a:pt x="153977" y="209962"/>
                  </a:lnTo>
                  <a:lnTo>
                    <a:pt x="155146" y="200882"/>
                  </a:lnTo>
                  <a:lnTo>
                    <a:pt x="152814" y="192039"/>
                  </a:lnTo>
                  <a:lnTo>
                    <a:pt x="147065" y="184531"/>
                  </a:lnTo>
                  <a:lnTo>
                    <a:pt x="99440" y="142875"/>
                  </a:lnTo>
                  <a:lnTo>
                    <a:pt x="36068" y="142875"/>
                  </a:lnTo>
                  <a:lnTo>
                    <a:pt x="36068" y="95250"/>
                  </a:lnTo>
                  <a:lnTo>
                    <a:pt x="99586" y="95250"/>
                  </a:lnTo>
                  <a:lnTo>
                    <a:pt x="147065" y="53721"/>
                  </a:lnTo>
                  <a:lnTo>
                    <a:pt x="152814" y="46212"/>
                  </a:lnTo>
                  <a:lnTo>
                    <a:pt x="155146" y="37369"/>
                  </a:lnTo>
                  <a:lnTo>
                    <a:pt x="153977" y="28289"/>
                  </a:lnTo>
                  <a:lnTo>
                    <a:pt x="149225" y="20066"/>
                  </a:lnTo>
                  <a:lnTo>
                    <a:pt x="141735" y="14317"/>
                  </a:lnTo>
                  <a:lnTo>
                    <a:pt x="132937" y="11985"/>
                  </a:lnTo>
                  <a:close/>
                </a:path>
                <a:path w="2503170" h="238125">
                  <a:moveTo>
                    <a:pt x="99586" y="95250"/>
                  </a:moveTo>
                  <a:lnTo>
                    <a:pt x="36068" y="95250"/>
                  </a:lnTo>
                  <a:lnTo>
                    <a:pt x="36068" y="142875"/>
                  </a:lnTo>
                  <a:lnTo>
                    <a:pt x="99440" y="142875"/>
                  </a:lnTo>
                  <a:lnTo>
                    <a:pt x="92761" y="137033"/>
                  </a:lnTo>
                  <a:lnTo>
                    <a:pt x="51815" y="137033"/>
                  </a:lnTo>
                  <a:lnTo>
                    <a:pt x="51815" y="101219"/>
                  </a:lnTo>
                  <a:lnTo>
                    <a:pt x="92761" y="101219"/>
                  </a:lnTo>
                  <a:lnTo>
                    <a:pt x="99586" y="95250"/>
                  </a:lnTo>
                  <a:close/>
                </a:path>
                <a:path w="2503170" h="238125">
                  <a:moveTo>
                    <a:pt x="2269484" y="95250"/>
                  </a:moveTo>
                  <a:lnTo>
                    <a:pt x="99586" y="95250"/>
                  </a:lnTo>
                  <a:lnTo>
                    <a:pt x="72288" y="119126"/>
                  </a:lnTo>
                  <a:lnTo>
                    <a:pt x="99440" y="142875"/>
                  </a:lnTo>
                  <a:lnTo>
                    <a:pt x="2269461" y="142875"/>
                  </a:lnTo>
                  <a:lnTo>
                    <a:pt x="2264664" y="119126"/>
                  </a:lnTo>
                  <a:lnTo>
                    <a:pt x="2269484" y="95250"/>
                  </a:lnTo>
                  <a:close/>
                </a:path>
                <a:path w="2503170" h="238125">
                  <a:moveTo>
                    <a:pt x="2497978" y="95250"/>
                  </a:moveTo>
                  <a:lnTo>
                    <a:pt x="2383790" y="95250"/>
                  </a:lnTo>
                  <a:lnTo>
                    <a:pt x="2383790" y="142875"/>
                  </a:lnTo>
                  <a:lnTo>
                    <a:pt x="2498001" y="142875"/>
                  </a:lnTo>
                  <a:lnTo>
                    <a:pt x="2502789" y="119126"/>
                  </a:lnTo>
                  <a:lnTo>
                    <a:pt x="2497978" y="95250"/>
                  </a:lnTo>
                  <a:close/>
                </a:path>
                <a:path w="2503170" h="238125">
                  <a:moveTo>
                    <a:pt x="51815" y="101219"/>
                  </a:moveTo>
                  <a:lnTo>
                    <a:pt x="51815" y="137033"/>
                  </a:lnTo>
                  <a:lnTo>
                    <a:pt x="72288" y="119126"/>
                  </a:lnTo>
                  <a:lnTo>
                    <a:pt x="51815" y="101219"/>
                  </a:lnTo>
                  <a:close/>
                </a:path>
                <a:path w="2503170" h="238125">
                  <a:moveTo>
                    <a:pt x="72288" y="119126"/>
                  </a:moveTo>
                  <a:lnTo>
                    <a:pt x="51815" y="137033"/>
                  </a:lnTo>
                  <a:lnTo>
                    <a:pt x="92761" y="137033"/>
                  </a:lnTo>
                  <a:lnTo>
                    <a:pt x="72288" y="119126"/>
                  </a:lnTo>
                  <a:close/>
                </a:path>
                <a:path w="2503170" h="238125">
                  <a:moveTo>
                    <a:pt x="92761" y="101219"/>
                  </a:moveTo>
                  <a:lnTo>
                    <a:pt x="51815" y="101219"/>
                  </a:lnTo>
                  <a:lnTo>
                    <a:pt x="72288" y="119126"/>
                  </a:lnTo>
                  <a:lnTo>
                    <a:pt x="92761" y="1012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392678" y="7645590"/>
              <a:ext cx="2848610" cy="1168971"/>
            </a:xfrm>
            <a:prstGeom prst="rect">
              <a:avLst/>
            </a:prstGeom>
          </p:spPr>
        </p:pic>
      </p:grpSp>
      <p:grpSp>
        <p:nvGrpSpPr>
          <p:cNvPr id="40" name="object 40" descr=""/>
          <p:cNvGrpSpPr/>
          <p:nvPr/>
        </p:nvGrpSpPr>
        <p:grpSpPr>
          <a:xfrm>
            <a:off x="3975861" y="6431279"/>
            <a:ext cx="1261745" cy="666750"/>
            <a:chOff x="3975861" y="6431279"/>
            <a:chExt cx="1261745" cy="666750"/>
          </a:xfrm>
        </p:grpSpPr>
        <p:pic>
          <p:nvPicPr>
            <p:cNvPr id="41" name="object 41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250181" y="6431279"/>
              <a:ext cx="828675" cy="310896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975861" y="6786625"/>
              <a:ext cx="1261529" cy="310896"/>
            </a:xfrm>
            <a:prstGeom prst="rect">
              <a:avLst/>
            </a:prstGeom>
          </p:spPr>
        </p:pic>
      </p:grpSp>
      <p:pic>
        <p:nvPicPr>
          <p:cNvPr id="43" name="object 43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3740637" y="8481441"/>
            <a:ext cx="692784" cy="652526"/>
          </a:xfrm>
          <a:prstGeom prst="rect">
            <a:avLst/>
          </a:prstGeom>
        </p:spPr>
      </p:pic>
      <p:sp>
        <p:nvSpPr>
          <p:cNvPr id="44" name="object 44" descr=""/>
          <p:cNvSpPr/>
          <p:nvPr/>
        </p:nvSpPr>
        <p:spPr>
          <a:xfrm>
            <a:off x="4439364" y="6722744"/>
            <a:ext cx="214629" cy="960755"/>
          </a:xfrm>
          <a:custGeom>
            <a:avLst/>
            <a:gdLst/>
            <a:ahLst/>
            <a:cxnLst/>
            <a:rect l="l" t="t" r="r" b="b"/>
            <a:pathLst>
              <a:path w="214629" h="960754">
                <a:moveTo>
                  <a:pt x="105573" y="72338"/>
                </a:moveTo>
                <a:lnTo>
                  <a:pt x="82398" y="100162"/>
                </a:lnTo>
                <a:lnTo>
                  <a:pt x="103806" y="960627"/>
                </a:lnTo>
                <a:lnTo>
                  <a:pt x="151431" y="959357"/>
                </a:lnTo>
                <a:lnTo>
                  <a:pt x="130021" y="98926"/>
                </a:lnTo>
                <a:lnTo>
                  <a:pt x="105573" y="72338"/>
                </a:lnTo>
                <a:close/>
              </a:path>
              <a:path w="214629" h="960754">
                <a:moveTo>
                  <a:pt x="103806" y="0"/>
                </a:moveTo>
                <a:lnTo>
                  <a:pt x="5381" y="118237"/>
                </a:lnTo>
                <a:lnTo>
                  <a:pt x="910" y="126583"/>
                </a:lnTo>
                <a:lnTo>
                  <a:pt x="0" y="135667"/>
                </a:lnTo>
                <a:lnTo>
                  <a:pt x="2541" y="144418"/>
                </a:lnTo>
                <a:lnTo>
                  <a:pt x="8429" y="151764"/>
                </a:lnTo>
                <a:lnTo>
                  <a:pt x="16775" y="156235"/>
                </a:lnTo>
                <a:lnTo>
                  <a:pt x="25860" y="157146"/>
                </a:lnTo>
                <a:lnTo>
                  <a:pt x="34611" y="154604"/>
                </a:lnTo>
                <a:lnTo>
                  <a:pt x="41957" y="148716"/>
                </a:lnTo>
                <a:lnTo>
                  <a:pt x="82398" y="100162"/>
                </a:lnTo>
                <a:lnTo>
                  <a:pt x="80819" y="36702"/>
                </a:lnTo>
                <a:lnTo>
                  <a:pt x="128444" y="35559"/>
                </a:lnTo>
                <a:lnTo>
                  <a:pt x="136493" y="35559"/>
                </a:lnTo>
                <a:lnTo>
                  <a:pt x="103806" y="0"/>
                </a:lnTo>
                <a:close/>
              </a:path>
              <a:path w="214629" h="960754">
                <a:moveTo>
                  <a:pt x="136493" y="35559"/>
                </a:moveTo>
                <a:lnTo>
                  <a:pt x="128444" y="35559"/>
                </a:lnTo>
                <a:lnTo>
                  <a:pt x="130021" y="98926"/>
                </a:lnTo>
                <a:lnTo>
                  <a:pt x="172767" y="145414"/>
                </a:lnTo>
                <a:lnTo>
                  <a:pt x="180419" y="151008"/>
                </a:lnTo>
                <a:lnTo>
                  <a:pt x="189309" y="153114"/>
                </a:lnTo>
                <a:lnTo>
                  <a:pt x="198342" y="151719"/>
                </a:lnTo>
                <a:lnTo>
                  <a:pt x="206422" y="146812"/>
                </a:lnTo>
                <a:lnTo>
                  <a:pt x="211963" y="139178"/>
                </a:lnTo>
                <a:lnTo>
                  <a:pt x="214074" y="130317"/>
                </a:lnTo>
                <a:lnTo>
                  <a:pt x="212709" y="121290"/>
                </a:lnTo>
                <a:lnTo>
                  <a:pt x="207819" y="113156"/>
                </a:lnTo>
                <a:lnTo>
                  <a:pt x="136493" y="35559"/>
                </a:lnTo>
                <a:close/>
              </a:path>
              <a:path w="214629" h="960754">
                <a:moveTo>
                  <a:pt x="128444" y="35559"/>
                </a:moveTo>
                <a:lnTo>
                  <a:pt x="80819" y="36702"/>
                </a:lnTo>
                <a:lnTo>
                  <a:pt x="82398" y="100162"/>
                </a:lnTo>
                <a:lnTo>
                  <a:pt x="105573" y="72338"/>
                </a:lnTo>
                <a:lnTo>
                  <a:pt x="87169" y="52324"/>
                </a:lnTo>
                <a:lnTo>
                  <a:pt x="122983" y="51434"/>
                </a:lnTo>
                <a:lnTo>
                  <a:pt x="128839" y="51434"/>
                </a:lnTo>
                <a:lnTo>
                  <a:pt x="128444" y="35559"/>
                </a:lnTo>
                <a:close/>
              </a:path>
              <a:path w="214629" h="960754">
                <a:moveTo>
                  <a:pt x="128839" y="51434"/>
                </a:moveTo>
                <a:lnTo>
                  <a:pt x="122983" y="51434"/>
                </a:lnTo>
                <a:lnTo>
                  <a:pt x="105573" y="72338"/>
                </a:lnTo>
                <a:lnTo>
                  <a:pt x="130021" y="98926"/>
                </a:lnTo>
                <a:lnTo>
                  <a:pt x="128839" y="51434"/>
                </a:lnTo>
                <a:close/>
              </a:path>
              <a:path w="214629" h="960754">
                <a:moveTo>
                  <a:pt x="122983" y="51434"/>
                </a:moveTo>
                <a:lnTo>
                  <a:pt x="87169" y="52324"/>
                </a:lnTo>
                <a:lnTo>
                  <a:pt x="105573" y="72338"/>
                </a:lnTo>
                <a:lnTo>
                  <a:pt x="122983" y="5143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/>
          <p:nvPr/>
        </p:nvSpPr>
        <p:spPr>
          <a:xfrm>
            <a:off x="1803654" y="5581062"/>
            <a:ext cx="1823085" cy="214629"/>
          </a:xfrm>
          <a:custGeom>
            <a:avLst/>
            <a:gdLst/>
            <a:ahLst/>
            <a:cxnLst/>
            <a:rect l="l" t="t" r="r" b="b"/>
            <a:pathLst>
              <a:path w="1823085" h="214629">
                <a:moveTo>
                  <a:pt x="133064" y="0"/>
                </a:moveTo>
                <a:lnTo>
                  <a:pt x="124027" y="1168"/>
                </a:lnTo>
                <a:lnTo>
                  <a:pt x="115823" y="5921"/>
                </a:lnTo>
                <a:lnTo>
                  <a:pt x="0" y="107140"/>
                </a:lnTo>
                <a:lnTo>
                  <a:pt x="115823" y="208359"/>
                </a:lnTo>
                <a:lnTo>
                  <a:pt x="124027" y="213058"/>
                </a:lnTo>
                <a:lnTo>
                  <a:pt x="133064" y="214233"/>
                </a:lnTo>
                <a:lnTo>
                  <a:pt x="141862" y="211931"/>
                </a:lnTo>
                <a:lnTo>
                  <a:pt x="149351" y="206200"/>
                </a:lnTo>
                <a:lnTo>
                  <a:pt x="154033" y="197977"/>
                </a:lnTo>
                <a:lnTo>
                  <a:pt x="155178" y="188896"/>
                </a:lnTo>
                <a:lnTo>
                  <a:pt x="152870" y="180054"/>
                </a:lnTo>
                <a:lnTo>
                  <a:pt x="147193" y="172545"/>
                </a:lnTo>
                <a:lnTo>
                  <a:pt x="99567" y="130889"/>
                </a:lnTo>
                <a:lnTo>
                  <a:pt x="36194" y="130889"/>
                </a:lnTo>
                <a:lnTo>
                  <a:pt x="36194" y="83264"/>
                </a:lnTo>
                <a:lnTo>
                  <a:pt x="99713" y="83264"/>
                </a:lnTo>
                <a:lnTo>
                  <a:pt x="147193" y="41735"/>
                </a:lnTo>
                <a:lnTo>
                  <a:pt x="152870" y="34226"/>
                </a:lnTo>
                <a:lnTo>
                  <a:pt x="155178" y="25384"/>
                </a:lnTo>
                <a:lnTo>
                  <a:pt x="154033" y="16303"/>
                </a:lnTo>
                <a:lnTo>
                  <a:pt x="149351" y="8080"/>
                </a:lnTo>
                <a:lnTo>
                  <a:pt x="141862" y="2331"/>
                </a:lnTo>
                <a:lnTo>
                  <a:pt x="133064" y="0"/>
                </a:lnTo>
                <a:close/>
              </a:path>
              <a:path w="1823085" h="214629">
                <a:moveTo>
                  <a:pt x="99713" y="83264"/>
                </a:moveTo>
                <a:lnTo>
                  <a:pt x="36194" y="83264"/>
                </a:lnTo>
                <a:lnTo>
                  <a:pt x="36194" y="130889"/>
                </a:lnTo>
                <a:lnTo>
                  <a:pt x="99567" y="130889"/>
                </a:lnTo>
                <a:lnTo>
                  <a:pt x="92888" y="125047"/>
                </a:lnTo>
                <a:lnTo>
                  <a:pt x="51943" y="125047"/>
                </a:lnTo>
                <a:lnTo>
                  <a:pt x="51943" y="89233"/>
                </a:lnTo>
                <a:lnTo>
                  <a:pt x="92888" y="89233"/>
                </a:lnTo>
                <a:lnTo>
                  <a:pt x="99713" y="83264"/>
                </a:lnTo>
                <a:close/>
              </a:path>
              <a:path w="1823085" h="214629">
                <a:moveTo>
                  <a:pt x="1822576" y="83264"/>
                </a:moveTo>
                <a:lnTo>
                  <a:pt x="99713" y="83264"/>
                </a:lnTo>
                <a:lnTo>
                  <a:pt x="72415" y="107140"/>
                </a:lnTo>
                <a:lnTo>
                  <a:pt x="99567" y="130889"/>
                </a:lnTo>
                <a:lnTo>
                  <a:pt x="1822576" y="130889"/>
                </a:lnTo>
                <a:lnTo>
                  <a:pt x="1822576" y="83264"/>
                </a:lnTo>
                <a:close/>
              </a:path>
              <a:path w="1823085" h="214629">
                <a:moveTo>
                  <a:pt x="51943" y="89233"/>
                </a:moveTo>
                <a:lnTo>
                  <a:pt x="51943" y="125047"/>
                </a:lnTo>
                <a:lnTo>
                  <a:pt x="72415" y="107140"/>
                </a:lnTo>
                <a:lnTo>
                  <a:pt x="51943" y="89233"/>
                </a:lnTo>
                <a:close/>
              </a:path>
              <a:path w="1823085" h="214629">
                <a:moveTo>
                  <a:pt x="72415" y="107140"/>
                </a:moveTo>
                <a:lnTo>
                  <a:pt x="51943" y="125047"/>
                </a:lnTo>
                <a:lnTo>
                  <a:pt x="92888" y="125047"/>
                </a:lnTo>
                <a:lnTo>
                  <a:pt x="72415" y="107140"/>
                </a:lnTo>
                <a:close/>
              </a:path>
              <a:path w="1823085" h="214629">
                <a:moveTo>
                  <a:pt x="92888" y="89233"/>
                </a:moveTo>
                <a:lnTo>
                  <a:pt x="51943" y="89233"/>
                </a:lnTo>
                <a:lnTo>
                  <a:pt x="72415" y="107140"/>
                </a:lnTo>
                <a:lnTo>
                  <a:pt x="92888" y="8923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6" name="object 46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9663303" y="5688215"/>
            <a:ext cx="787514" cy="787514"/>
          </a:xfrm>
          <a:prstGeom prst="rect">
            <a:avLst/>
          </a:prstGeom>
        </p:spPr>
      </p:pic>
      <p:pic>
        <p:nvPicPr>
          <p:cNvPr id="47" name="object 47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7299959" y="8411070"/>
            <a:ext cx="787514" cy="787514"/>
          </a:xfrm>
          <a:prstGeom prst="rect">
            <a:avLst/>
          </a:prstGeom>
        </p:spPr>
      </p:pic>
      <p:pic>
        <p:nvPicPr>
          <p:cNvPr id="48" name="object 48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209092" y="1561541"/>
            <a:ext cx="1765935" cy="265480"/>
          </a:xfrm>
          <a:prstGeom prst="rect">
            <a:avLst/>
          </a:prstGeom>
        </p:spPr>
      </p:pic>
      <p:sp>
        <p:nvSpPr>
          <p:cNvPr id="49" name="object 49" descr=""/>
          <p:cNvSpPr txBox="1"/>
          <p:nvPr/>
        </p:nvSpPr>
        <p:spPr>
          <a:xfrm>
            <a:off x="2370582" y="129337"/>
            <a:ext cx="969010" cy="9798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700" marR="5080" indent="-635">
              <a:lnSpc>
                <a:spcPct val="115799"/>
              </a:lnSpc>
              <a:spcBef>
                <a:spcPts val="105"/>
              </a:spcBef>
            </a:pPr>
            <a:r>
              <a:rPr dirty="0" sz="1800" spc="-20">
                <a:solidFill>
                  <a:srgbClr val="FFFFFF"/>
                </a:solidFill>
                <a:latin typeface="Verdana"/>
                <a:cs typeface="Verdana"/>
              </a:rPr>
              <a:t>Text </a:t>
            </a:r>
            <a:r>
              <a:rPr dirty="0" sz="1800" spc="-75">
                <a:solidFill>
                  <a:srgbClr val="FFFFFF"/>
                </a:solidFill>
                <a:latin typeface="Verdana"/>
                <a:cs typeface="Verdana"/>
              </a:rPr>
              <a:t>Extractio </a:t>
            </a:r>
            <a:r>
              <a:rPr dirty="0" sz="1800" spc="-5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50" name="object 50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4449445" y="1561541"/>
            <a:ext cx="556260" cy="265480"/>
          </a:xfrm>
          <a:prstGeom prst="rect">
            <a:avLst/>
          </a:prstGeom>
        </p:spPr>
      </p:pic>
      <p:sp>
        <p:nvSpPr>
          <p:cNvPr id="51" name="object 51" descr=""/>
          <p:cNvSpPr txBox="1"/>
          <p:nvPr/>
        </p:nvSpPr>
        <p:spPr>
          <a:xfrm>
            <a:off x="6101588" y="129337"/>
            <a:ext cx="824865" cy="9798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700" marR="5080">
              <a:lnSpc>
                <a:spcPct val="115799"/>
              </a:lnSpc>
              <a:spcBef>
                <a:spcPts val="105"/>
              </a:spcBef>
            </a:pPr>
            <a:r>
              <a:rPr dirty="0" sz="1800" spc="-20">
                <a:solidFill>
                  <a:srgbClr val="FFFFFF"/>
                </a:solidFill>
                <a:latin typeface="Verdana"/>
                <a:cs typeface="Verdana"/>
              </a:rPr>
              <a:t>Text </a:t>
            </a:r>
            <a:r>
              <a:rPr dirty="0" sz="1800" spc="-70">
                <a:solidFill>
                  <a:srgbClr val="FFFFFF"/>
                </a:solidFill>
                <a:latin typeface="Verdana"/>
                <a:cs typeface="Verdana"/>
              </a:rPr>
              <a:t>Cleanin </a:t>
            </a:r>
            <a:r>
              <a:rPr dirty="0" sz="1800" spc="-5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52" name="object 52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7864093" y="1598041"/>
            <a:ext cx="1267358" cy="265175"/>
          </a:xfrm>
          <a:prstGeom prst="rect">
            <a:avLst/>
          </a:prstGeom>
        </p:spPr>
      </p:pic>
      <p:sp>
        <p:nvSpPr>
          <p:cNvPr id="53" name="object 53" descr=""/>
          <p:cNvSpPr txBox="1"/>
          <p:nvPr/>
        </p:nvSpPr>
        <p:spPr>
          <a:xfrm>
            <a:off x="9782936" y="-41097"/>
            <a:ext cx="969010" cy="12966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700" marR="5080" indent="-635">
              <a:lnSpc>
                <a:spcPct val="115799"/>
              </a:lnSpc>
              <a:spcBef>
                <a:spcPts val="105"/>
              </a:spcBef>
            </a:pPr>
            <a:r>
              <a:rPr dirty="0" sz="1800" spc="-10">
                <a:solidFill>
                  <a:srgbClr val="FFFFFF"/>
                </a:solidFill>
                <a:latin typeface="Verdana"/>
                <a:cs typeface="Verdana"/>
              </a:rPr>
              <a:t>Entity </a:t>
            </a:r>
            <a:r>
              <a:rPr dirty="0" sz="1800" spc="-75">
                <a:solidFill>
                  <a:srgbClr val="FFFFFF"/>
                </a:solidFill>
                <a:latin typeface="Verdana"/>
                <a:cs typeface="Verdana"/>
              </a:rPr>
              <a:t>Extractio </a:t>
            </a:r>
            <a:r>
              <a:rPr dirty="0" sz="1800" spc="-5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endParaRPr sz="18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35"/>
              </a:spcBef>
            </a:pPr>
            <a:r>
              <a:rPr dirty="0" sz="1800" spc="-25">
                <a:solidFill>
                  <a:srgbClr val="FFFFFF"/>
                </a:solidFill>
                <a:latin typeface="Verdana"/>
                <a:cs typeface="Verdana"/>
              </a:rPr>
              <a:t>NER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54" name="object 54" descr=""/>
          <p:cNvGrpSpPr/>
          <p:nvPr/>
        </p:nvGrpSpPr>
        <p:grpSpPr>
          <a:xfrm>
            <a:off x="11280393" y="1598041"/>
            <a:ext cx="1400175" cy="875665"/>
            <a:chOff x="11280393" y="1598041"/>
            <a:chExt cx="1400175" cy="875665"/>
          </a:xfrm>
        </p:grpSpPr>
        <p:pic>
          <p:nvPicPr>
            <p:cNvPr id="55" name="object 55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1441937" y="1598041"/>
              <a:ext cx="1066190" cy="265175"/>
            </a:xfrm>
            <a:prstGeom prst="rect">
              <a:avLst/>
            </a:prstGeom>
          </p:spPr>
        </p:pic>
        <p:pic>
          <p:nvPicPr>
            <p:cNvPr id="56" name="object 56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1280393" y="1902841"/>
              <a:ext cx="1400048" cy="265175"/>
            </a:xfrm>
            <a:prstGeom prst="rect">
              <a:avLst/>
            </a:prstGeom>
          </p:spPr>
        </p:pic>
        <p:pic>
          <p:nvPicPr>
            <p:cNvPr id="57" name="object 57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1880849" y="2208022"/>
              <a:ext cx="179831" cy="265175"/>
            </a:xfrm>
            <a:prstGeom prst="rect">
              <a:avLst/>
            </a:prstGeom>
          </p:spPr>
        </p:pic>
      </p:grpSp>
      <p:sp>
        <p:nvSpPr>
          <p:cNvPr id="58" name="object 58" descr=""/>
          <p:cNvSpPr txBox="1"/>
          <p:nvPr/>
        </p:nvSpPr>
        <p:spPr>
          <a:xfrm>
            <a:off x="12808457" y="129337"/>
            <a:ext cx="1045844" cy="6629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24130">
              <a:lnSpc>
                <a:spcPct val="116100"/>
              </a:lnSpc>
              <a:spcBef>
                <a:spcPts val="95"/>
              </a:spcBef>
            </a:pPr>
            <a:r>
              <a:rPr dirty="0" sz="1800" spc="-40">
                <a:solidFill>
                  <a:srgbClr val="FFFFFF"/>
                </a:solidFill>
                <a:latin typeface="Verdana"/>
                <a:cs typeface="Verdana"/>
              </a:rPr>
              <a:t>Ontology </a:t>
            </a:r>
            <a:r>
              <a:rPr dirty="0" sz="1800" spc="-75">
                <a:solidFill>
                  <a:srgbClr val="FFFFFF"/>
                </a:solidFill>
                <a:latin typeface="Verdana"/>
                <a:cs typeface="Verdana"/>
              </a:rPr>
              <a:t>Definition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59" name="object 59" descr=""/>
          <p:cNvGrpSpPr/>
          <p:nvPr/>
        </p:nvGrpSpPr>
        <p:grpSpPr>
          <a:xfrm>
            <a:off x="14134211" y="1618741"/>
            <a:ext cx="1188720" cy="570230"/>
            <a:chOff x="14134211" y="1618741"/>
            <a:chExt cx="1188720" cy="570230"/>
          </a:xfrm>
        </p:grpSpPr>
        <p:pic>
          <p:nvPicPr>
            <p:cNvPr id="60" name="object 60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4134211" y="1618741"/>
              <a:ext cx="1188719" cy="265175"/>
            </a:xfrm>
            <a:prstGeom prst="rect">
              <a:avLst/>
            </a:prstGeom>
          </p:spPr>
        </p:pic>
        <p:pic>
          <p:nvPicPr>
            <p:cNvPr id="61" name="object 61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4624939" y="1923237"/>
              <a:ext cx="179832" cy="265480"/>
            </a:xfrm>
            <a:prstGeom prst="rect">
              <a:avLst/>
            </a:prstGeom>
          </p:spPr>
        </p:pic>
      </p:grpSp>
      <p:pic>
        <p:nvPicPr>
          <p:cNvPr id="62" name="object 62" descr="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5888969" y="4673472"/>
            <a:ext cx="2082419" cy="265175"/>
          </a:xfrm>
          <a:prstGeom prst="rect">
            <a:avLst/>
          </a:prstGeom>
        </p:spPr>
      </p:pic>
      <p:sp>
        <p:nvSpPr>
          <p:cNvPr id="63" name="object 63" descr=""/>
          <p:cNvSpPr txBox="1"/>
          <p:nvPr/>
        </p:nvSpPr>
        <p:spPr>
          <a:xfrm>
            <a:off x="15720440" y="1559738"/>
            <a:ext cx="748030" cy="9798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065" marR="5080" indent="-1905">
              <a:lnSpc>
                <a:spcPct val="115799"/>
              </a:lnSpc>
              <a:spcBef>
                <a:spcPts val="105"/>
              </a:spcBef>
            </a:pPr>
            <a:r>
              <a:rPr dirty="0" sz="1800" spc="-20">
                <a:solidFill>
                  <a:srgbClr val="FFFFFF"/>
                </a:solidFill>
                <a:latin typeface="Verdana"/>
                <a:cs typeface="Verdana"/>
              </a:rPr>
              <a:t>Data </a:t>
            </a:r>
            <a:r>
              <a:rPr dirty="0" sz="1800" spc="-45">
                <a:solidFill>
                  <a:srgbClr val="FFFFFF"/>
                </a:solidFill>
                <a:latin typeface="Verdana"/>
                <a:cs typeface="Verdana"/>
              </a:rPr>
              <a:t>Loadin </a:t>
            </a:r>
            <a:r>
              <a:rPr dirty="0" sz="1800" spc="-5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64" name="object 64" descr="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771144" y="6431279"/>
            <a:ext cx="685800" cy="310896"/>
          </a:xfrm>
          <a:prstGeom prst="rect">
            <a:avLst/>
          </a:prstGeom>
        </p:spPr>
      </p:pic>
      <p:sp>
        <p:nvSpPr>
          <p:cNvPr id="65" name="object 65" descr=""/>
          <p:cNvSpPr txBox="1"/>
          <p:nvPr/>
        </p:nvSpPr>
        <p:spPr>
          <a:xfrm>
            <a:off x="2041651" y="4041445"/>
            <a:ext cx="1135380" cy="7632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248285">
              <a:lnSpc>
                <a:spcPct val="115199"/>
              </a:lnSpc>
              <a:spcBef>
                <a:spcPts val="95"/>
              </a:spcBef>
            </a:pPr>
            <a:r>
              <a:rPr dirty="0" sz="2100" spc="-20">
                <a:solidFill>
                  <a:srgbClr val="FFFFFF"/>
                </a:solidFill>
                <a:latin typeface="Verdana"/>
                <a:cs typeface="Verdana"/>
              </a:rPr>
              <a:t>Type </a:t>
            </a:r>
            <a:r>
              <a:rPr dirty="0" sz="2100" spc="-85">
                <a:solidFill>
                  <a:srgbClr val="FFFFFF"/>
                </a:solidFill>
                <a:latin typeface="Verdana"/>
                <a:cs typeface="Verdana"/>
              </a:rPr>
              <a:t>Question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66" name="object 66" descr=""/>
          <p:cNvSpPr txBox="1"/>
          <p:nvPr/>
        </p:nvSpPr>
        <p:spPr>
          <a:xfrm>
            <a:off x="6229603" y="4673904"/>
            <a:ext cx="661670" cy="7632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30480">
              <a:lnSpc>
                <a:spcPct val="115199"/>
              </a:lnSpc>
              <a:spcBef>
                <a:spcPts val="95"/>
              </a:spcBef>
            </a:pPr>
            <a:r>
              <a:rPr dirty="0" sz="2100" spc="-20">
                <a:solidFill>
                  <a:srgbClr val="FFFFFF"/>
                </a:solidFill>
                <a:latin typeface="Verdana"/>
                <a:cs typeface="Verdana"/>
              </a:rPr>
              <a:t>User </a:t>
            </a:r>
            <a:r>
              <a:rPr dirty="0" sz="2100" spc="-150">
                <a:solidFill>
                  <a:srgbClr val="FFFFFF"/>
                </a:solidFill>
                <a:latin typeface="Verdana"/>
                <a:cs typeface="Verdana"/>
              </a:rPr>
              <a:t>Input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67" name="object 67" descr=""/>
          <p:cNvSpPr txBox="1"/>
          <p:nvPr/>
        </p:nvSpPr>
        <p:spPr>
          <a:xfrm>
            <a:off x="9327642" y="4653839"/>
            <a:ext cx="1457960" cy="1132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>
              <a:lnSpc>
                <a:spcPct val="115199"/>
              </a:lnSpc>
              <a:spcBef>
                <a:spcPts val="95"/>
              </a:spcBef>
            </a:pPr>
            <a:r>
              <a:rPr dirty="0" sz="2100" spc="-75">
                <a:solidFill>
                  <a:srgbClr val="FFFFFF"/>
                </a:solidFill>
                <a:latin typeface="Verdana"/>
                <a:cs typeface="Verdana"/>
              </a:rPr>
              <a:t>Tokenizatio </a:t>
            </a:r>
            <a:r>
              <a:rPr dirty="0" sz="2100" spc="-5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endParaRPr sz="2100">
              <a:latin typeface="Verdana"/>
              <a:cs typeface="Verdana"/>
            </a:endParaRPr>
          </a:p>
          <a:p>
            <a:pPr algn="ctr" marL="3175">
              <a:lnSpc>
                <a:spcPct val="100000"/>
              </a:lnSpc>
              <a:spcBef>
                <a:spcPts val="385"/>
              </a:spcBef>
            </a:pPr>
            <a:r>
              <a:rPr dirty="0" sz="2100" spc="-130">
                <a:solidFill>
                  <a:srgbClr val="FFFFFF"/>
                </a:solidFill>
                <a:latin typeface="Verdana"/>
                <a:cs typeface="Verdana"/>
              </a:rPr>
              <a:t>&amp;</a:t>
            </a:r>
            <a:r>
              <a:rPr dirty="0" sz="2100" spc="-18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100" spc="-25">
                <a:solidFill>
                  <a:srgbClr val="FFFFFF"/>
                </a:solidFill>
                <a:latin typeface="Verdana"/>
                <a:cs typeface="Verdana"/>
              </a:rPr>
              <a:t>NER</a:t>
            </a:r>
            <a:endParaRPr sz="2100">
              <a:latin typeface="Verdana"/>
              <a:cs typeface="Verdana"/>
            </a:endParaRPr>
          </a:p>
        </p:txBody>
      </p:sp>
      <p:grpSp>
        <p:nvGrpSpPr>
          <p:cNvPr id="68" name="object 68" descr=""/>
          <p:cNvGrpSpPr/>
          <p:nvPr/>
        </p:nvGrpSpPr>
        <p:grpSpPr>
          <a:xfrm>
            <a:off x="11522709" y="6480047"/>
            <a:ext cx="1285240" cy="666115"/>
            <a:chOff x="11522709" y="6480047"/>
            <a:chExt cx="1285240" cy="666115"/>
          </a:xfrm>
        </p:grpSpPr>
        <p:pic>
          <p:nvPicPr>
            <p:cNvPr id="69" name="object 69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1522709" y="6480047"/>
              <a:ext cx="1285240" cy="310896"/>
            </a:xfrm>
            <a:prstGeom prst="rect">
              <a:avLst/>
            </a:prstGeom>
          </p:spPr>
        </p:pic>
        <p:pic>
          <p:nvPicPr>
            <p:cNvPr id="70" name="object 70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1620245" y="6834835"/>
              <a:ext cx="996124" cy="311200"/>
            </a:xfrm>
            <a:prstGeom prst="rect">
              <a:avLst/>
            </a:prstGeom>
          </p:spPr>
        </p:pic>
      </p:grpSp>
      <p:sp>
        <p:nvSpPr>
          <p:cNvPr id="71" name="object 71" descr=""/>
          <p:cNvSpPr txBox="1"/>
          <p:nvPr/>
        </p:nvSpPr>
        <p:spPr>
          <a:xfrm>
            <a:off x="12922122" y="4310915"/>
            <a:ext cx="1229995" cy="113220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75"/>
              </a:spcBef>
            </a:pPr>
            <a:r>
              <a:rPr dirty="0" sz="2100" spc="-90">
                <a:solidFill>
                  <a:srgbClr val="FFFFFF"/>
                </a:solidFill>
                <a:latin typeface="Verdana"/>
                <a:cs typeface="Verdana"/>
              </a:rPr>
              <a:t>Linking</a:t>
            </a:r>
            <a:r>
              <a:rPr dirty="0" sz="2100" spc="-1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100" spc="-25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endParaRPr sz="2100">
              <a:latin typeface="Verdana"/>
              <a:cs typeface="Verdana"/>
            </a:endParaRPr>
          </a:p>
          <a:p>
            <a:pPr algn="ctr" marL="1270">
              <a:lnSpc>
                <a:spcPct val="100000"/>
              </a:lnSpc>
              <a:spcBef>
                <a:spcPts val="385"/>
              </a:spcBef>
            </a:pPr>
            <a:r>
              <a:rPr dirty="0" sz="2100" spc="-25">
                <a:solidFill>
                  <a:srgbClr val="FFFFFF"/>
                </a:solidFill>
                <a:latin typeface="Verdana"/>
                <a:cs typeface="Verdana"/>
              </a:rPr>
              <a:t>KG</a:t>
            </a:r>
            <a:endParaRPr sz="2100">
              <a:latin typeface="Verdana"/>
              <a:cs typeface="Verdana"/>
            </a:endParaRPr>
          </a:p>
          <a:p>
            <a:pPr algn="ctr" marL="635">
              <a:lnSpc>
                <a:spcPct val="100000"/>
              </a:lnSpc>
              <a:spcBef>
                <a:spcPts val="390"/>
              </a:spcBef>
            </a:pPr>
            <a:r>
              <a:rPr dirty="0" sz="2100" spc="-10">
                <a:solidFill>
                  <a:srgbClr val="FFFFFF"/>
                </a:solidFill>
                <a:latin typeface="Verdana"/>
                <a:cs typeface="Verdana"/>
              </a:rPr>
              <a:t>nodes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72" name="object 72" descr=""/>
          <p:cNvSpPr txBox="1"/>
          <p:nvPr/>
        </p:nvSpPr>
        <p:spPr>
          <a:xfrm>
            <a:off x="16640047" y="5848274"/>
            <a:ext cx="1375410" cy="9798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700" marR="5080" indent="-1905">
              <a:lnSpc>
                <a:spcPct val="115799"/>
              </a:lnSpc>
              <a:spcBef>
                <a:spcPts val="105"/>
              </a:spcBef>
            </a:pPr>
            <a:r>
              <a:rPr dirty="0" sz="1800" spc="-10">
                <a:solidFill>
                  <a:srgbClr val="FFFFFF"/>
                </a:solidFill>
                <a:latin typeface="Verdana"/>
                <a:cs typeface="Verdana"/>
              </a:rPr>
              <a:t>Cypher Query </a:t>
            </a:r>
            <a:r>
              <a:rPr dirty="0" sz="1800" spc="-75">
                <a:solidFill>
                  <a:srgbClr val="FFFFFF"/>
                </a:solidFill>
                <a:latin typeface="Verdana"/>
                <a:cs typeface="Verdana"/>
              </a:rPr>
              <a:t>Construction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73" name="object 73" descr="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15688310" y="9073591"/>
            <a:ext cx="1606423" cy="265175"/>
          </a:xfrm>
          <a:prstGeom prst="rect">
            <a:avLst/>
          </a:prstGeom>
        </p:spPr>
      </p:pic>
      <p:sp>
        <p:nvSpPr>
          <p:cNvPr id="74" name="object 74" descr=""/>
          <p:cNvSpPr txBox="1"/>
          <p:nvPr/>
        </p:nvSpPr>
        <p:spPr>
          <a:xfrm>
            <a:off x="13513435" y="7369606"/>
            <a:ext cx="923925" cy="9798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700" marR="5080">
              <a:lnSpc>
                <a:spcPct val="115799"/>
              </a:lnSpc>
              <a:spcBef>
                <a:spcPts val="105"/>
              </a:spcBef>
            </a:pPr>
            <a:r>
              <a:rPr dirty="0" sz="1800" spc="-10">
                <a:solidFill>
                  <a:srgbClr val="FFFFFF"/>
                </a:solidFill>
                <a:latin typeface="Verdana"/>
                <a:cs typeface="Verdana"/>
              </a:rPr>
              <a:t>Query </a:t>
            </a:r>
            <a:r>
              <a:rPr dirty="0" sz="1800" spc="-85">
                <a:solidFill>
                  <a:srgbClr val="FFFFFF"/>
                </a:solidFill>
                <a:latin typeface="Verdana"/>
                <a:cs typeface="Verdana"/>
              </a:rPr>
              <a:t>Executio </a:t>
            </a:r>
            <a:r>
              <a:rPr dirty="0" sz="1800" spc="-5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75" name="object 75" descr="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9985882" y="9073591"/>
            <a:ext cx="1516506" cy="265175"/>
          </a:xfrm>
          <a:prstGeom prst="rect">
            <a:avLst/>
          </a:prstGeom>
        </p:spPr>
      </p:pic>
      <p:sp>
        <p:nvSpPr>
          <p:cNvPr id="76" name="object 76" descr=""/>
          <p:cNvSpPr txBox="1"/>
          <p:nvPr/>
        </p:nvSpPr>
        <p:spPr>
          <a:xfrm>
            <a:off x="7209535" y="7607858"/>
            <a:ext cx="1061720" cy="6629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0375" marR="5080" indent="-448309">
              <a:lnSpc>
                <a:spcPct val="116100"/>
              </a:lnSpc>
              <a:spcBef>
                <a:spcPts val="95"/>
              </a:spcBef>
            </a:pPr>
            <a:r>
              <a:rPr dirty="0" sz="1800" spc="-80">
                <a:solidFill>
                  <a:srgbClr val="FFFFFF"/>
                </a:solidFill>
                <a:latin typeface="Verdana"/>
                <a:cs typeface="Verdana"/>
              </a:rPr>
              <a:t>Formattin </a:t>
            </a:r>
            <a:r>
              <a:rPr dirty="0" sz="1800" spc="-5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77" name="object 77" descr=""/>
          <p:cNvSpPr txBox="1"/>
          <p:nvPr/>
        </p:nvSpPr>
        <p:spPr>
          <a:xfrm>
            <a:off x="4674234" y="6983348"/>
            <a:ext cx="891540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00" spc="-75">
                <a:solidFill>
                  <a:srgbClr val="FFFFFF"/>
                </a:solidFill>
                <a:latin typeface="Verdana"/>
                <a:cs typeface="Verdana"/>
              </a:rPr>
              <a:t>Output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78" name="object 78" descr=""/>
          <p:cNvSpPr txBox="1"/>
          <p:nvPr/>
        </p:nvSpPr>
        <p:spPr>
          <a:xfrm>
            <a:off x="2188845" y="5799505"/>
            <a:ext cx="891540" cy="1132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 indent="-635">
              <a:lnSpc>
                <a:spcPct val="115199"/>
              </a:lnSpc>
              <a:spcBef>
                <a:spcPts val="95"/>
              </a:spcBef>
            </a:pPr>
            <a:r>
              <a:rPr dirty="0" sz="2100" spc="-20">
                <a:solidFill>
                  <a:srgbClr val="FFFFFF"/>
                </a:solidFill>
                <a:latin typeface="Verdana"/>
                <a:cs typeface="Verdana"/>
              </a:rPr>
              <a:t>View </a:t>
            </a:r>
            <a:r>
              <a:rPr dirty="0" sz="2100" spc="-10">
                <a:solidFill>
                  <a:srgbClr val="FFFFFF"/>
                </a:solidFill>
                <a:latin typeface="Verdana"/>
                <a:cs typeface="Verdana"/>
              </a:rPr>
              <a:t>Answe </a:t>
            </a:r>
            <a:r>
              <a:rPr dirty="0" sz="2100" spc="-5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866519" cy="1276603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84440" y="8616188"/>
            <a:ext cx="4010279" cy="167080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30903" y="3623564"/>
            <a:ext cx="11056874" cy="2149093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7696581"/>
            <a:ext cx="3258947" cy="259041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792960" y="0"/>
            <a:ext cx="3495040" cy="309105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866519" cy="1276603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2412" y="1830832"/>
            <a:ext cx="17583150" cy="215392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52412" y="4802123"/>
            <a:ext cx="17668621" cy="3246628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928357" y="543128"/>
            <a:ext cx="4749038" cy="68610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866519" cy="1276603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84440" y="8616188"/>
            <a:ext cx="4010279" cy="167080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7696581"/>
            <a:ext cx="3258947" cy="259041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792960" y="0"/>
            <a:ext cx="3495040" cy="3091053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373626" y="597103"/>
            <a:ext cx="9504680" cy="68610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95210" y="1723770"/>
            <a:ext cx="16383635" cy="190347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95210" y="4043045"/>
            <a:ext cx="16383635" cy="269227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866519" cy="1276603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7696581"/>
            <a:ext cx="3258947" cy="2590416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792960" y="0"/>
            <a:ext cx="3495040" cy="3091053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315455" y="597103"/>
            <a:ext cx="5647944" cy="68610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777615" y="1527759"/>
            <a:ext cx="11279758" cy="812457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866519" cy="1276603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7696581"/>
            <a:ext cx="3258947" cy="2590416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792960" y="0"/>
            <a:ext cx="3495040" cy="3091053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0" y="588263"/>
            <a:ext cx="17554575" cy="8670290"/>
            <a:chOff x="0" y="588263"/>
            <a:chExt cx="17554575" cy="8670290"/>
          </a:xfrm>
        </p:grpSpPr>
        <p:pic>
          <p:nvPicPr>
            <p:cNvPr id="7" name="object 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588263"/>
              <a:ext cx="11301221" cy="5424551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53353" y="5825490"/>
              <a:ext cx="11301222" cy="3432810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086857" y="597103"/>
              <a:ext cx="8037449" cy="68610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866519" cy="1276603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7696581"/>
            <a:ext cx="3258947" cy="2590416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588416" y="0"/>
            <a:ext cx="17699990" cy="7051040"/>
            <a:chOff x="588416" y="0"/>
            <a:chExt cx="17699990" cy="7051040"/>
          </a:xfrm>
        </p:grpSpPr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792960" y="0"/>
              <a:ext cx="3495040" cy="3091053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8416" y="1925320"/>
              <a:ext cx="15257881" cy="5125720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18732" y="597103"/>
              <a:ext cx="5022977" cy="68610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866519" cy="1276603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7696581"/>
            <a:ext cx="3258947" cy="2590416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215277" y="0"/>
            <a:ext cx="18072735" cy="6965950"/>
            <a:chOff x="215277" y="0"/>
            <a:chExt cx="18072735" cy="6965950"/>
          </a:xfrm>
        </p:grpSpPr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792959" y="0"/>
              <a:ext cx="3495040" cy="3091053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5277" y="2875152"/>
              <a:ext cx="17044035" cy="4090542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88024" y="597103"/>
              <a:ext cx="5645404" cy="68610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866519" cy="1276603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7696581"/>
            <a:ext cx="3258947" cy="2590416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9212" y="1569338"/>
            <a:ext cx="4239768" cy="5645912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28083" y="1569211"/>
            <a:ext cx="13211556" cy="7431532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83907" y="597103"/>
            <a:ext cx="4477638" cy="68610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700402" cy="192366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84440" y="8616188"/>
            <a:ext cx="4010279" cy="167080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7696581"/>
            <a:ext cx="3258947" cy="2590416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1700402" y="0"/>
            <a:ext cx="16588105" cy="8028940"/>
            <a:chOff x="1700402" y="0"/>
            <a:chExt cx="16588105" cy="8028940"/>
          </a:xfrm>
        </p:grpSpPr>
        <p:pic>
          <p:nvPicPr>
            <p:cNvPr id="7" name="object 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792960" y="0"/>
              <a:ext cx="3495040" cy="3091053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00402" y="1366138"/>
              <a:ext cx="14031341" cy="6662674"/>
            </a:xfrm>
            <a:prstGeom prst="rect">
              <a:avLst/>
            </a:prstGeom>
          </p:spPr>
        </p:pic>
      </p:grpSp>
      <p:pic>
        <p:nvPicPr>
          <p:cNvPr id="9" name="object 9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705961" y="8363329"/>
            <a:ext cx="1582038" cy="1923669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866519" cy="1276603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84440" y="8616188"/>
            <a:ext cx="4010279" cy="167080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75353" y="3340989"/>
            <a:ext cx="10552176" cy="221615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7696581"/>
            <a:ext cx="3258947" cy="259041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792960" y="0"/>
            <a:ext cx="3495040" cy="309105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2025-02-10T01:33:07Z</dcterms:created>
  <dcterms:modified xsi:type="dcterms:W3CDTF">2025-02-10T01:33:07Z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2025-02-10T00:00:00Z</vt:filetime>
  </property>
  <property fmtid="{D5CDD505-2E9C-101B-9397-08002B2CF9AE}" pid="3" name="Producer">
    <vt:lpwstr>3-Heights(TM) PDF Security Shell 4.8.25.2 (http://www.pdf-tools.com)</vt:lpwstr>
  </property>
</Properties>
</file>